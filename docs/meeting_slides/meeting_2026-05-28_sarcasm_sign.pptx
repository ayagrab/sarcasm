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59" r:id="rId6"/>
    <p:sldId id="263" r:id="rId7"/>
    <p:sldId id="261" r:id="rId8"/>
    <p:sldId id="262"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624A8-CEBE-4C1B-8403-EEF284D806BC}" v="61" dt="2026-05-22T19:19:34.027"/>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fia Torgovezky" userId="5fc8b4be-fc39-4290-9991-bfb6c0a880e2" providerId="ADAL" clId="{42487C1D-7798-42A4-9619-8280C9DE54F3}"/>
    <pc:docChg chg="undo redo custSel addSld delSld modSld sldOrd">
      <pc:chgData name="Sofia Torgovezky" userId="5fc8b4be-fc39-4290-9991-bfb6c0a880e2" providerId="ADAL" clId="{42487C1D-7798-42A4-9619-8280C9DE54F3}" dt="2026-05-22T19:18:45.867" v="504"/>
      <pc:docMkLst>
        <pc:docMk/>
      </pc:docMkLst>
      <pc:sldChg chg="addSp modSp new mod">
        <pc:chgData name="Sofia Torgovezky" userId="5fc8b4be-fc39-4290-9991-bfb6c0a880e2" providerId="ADAL" clId="{42487C1D-7798-42A4-9619-8280C9DE54F3}" dt="2026-05-22T19:18:45.867" v="504"/>
        <pc:sldMkLst>
          <pc:docMk/>
          <pc:sldMk cId="2779746470" sldId="256"/>
        </pc:sldMkLst>
        <pc:spChg chg="mod">
          <ac:chgData name="Sofia Torgovezky" userId="5fc8b4be-fc39-4290-9991-bfb6c0a880e2" providerId="ADAL" clId="{42487C1D-7798-42A4-9619-8280C9DE54F3}" dt="2026-05-22T19:18:45.867" v="504"/>
          <ac:spMkLst>
            <pc:docMk/>
            <pc:sldMk cId="2779746470" sldId="256"/>
            <ac:spMk id="2" creationId="{287ECA36-65B5-0B29-4100-9AEDD2C50C01}"/>
          </ac:spMkLst>
        </pc:spChg>
        <pc:spChg chg="mod">
          <ac:chgData name="Sofia Torgovezky" userId="5fc8b4be-fc39-4290-9991-bfb6c0a880e2" providerId="ADAL" clId="{42487C1D-7798-42A4-9619-8280C9DE54F3}" dt="2026-05-22T19:18:45.867" v="504"/>
          <ac:spMkLst>
            <pc:docMk/>
            <pc:sldMk cId="2779746470" sldId="256"/>
            <ac:spMk id="3" creationId="{04FE6F11-F52F-C266-6508-90D74880374C}"/>
          </ac:spMkLst>
        </pc:spChg>
        <pc:spChg chg="add">
          <ac:chgData name="Sofia Torgovezky" userId="5fc8b4be-fc39-4290-9991-bfb6c0a880e2" providerId="ADAL" clId="{42487C1D-7798-42A4-9619-8280C9DE54F3}" dt="2026-05-22T17:37:51.191" v="216"/>
          <ac:spMkLst>
            <pc:docMk/>
            <pc:sldMk cId="2779746470" sldId="256"/>
            <ac:spMk id="4" creationId="{F29D1D5C-84D7-FECC-84E3-A1F82A52519C}"/>
          </ac:spMkLst>
        </pc:spChg>
        <pc:spChg chg="add">
          <ac:chgData name="Sofia Torgovezky" userId="5fc8b4be-fc39-4290-9991-bfb6c0a880e2" providerId="ADAL" clId="{42487C1D-7798-42A4-9619-8280C9DE54F3}" dt="2026-05-22T18:45:36.455" v="461"/>
          <ac:spMkLst>
            <pc:docMk/>
            <pc:sldMk cId="2779746470" sldId="256"/>
            <ac:spMk id="5" creationId="{F78EF27D-E3C0-1337-F143-3CC93F6AFECA}"/>
          </ac:spMkLst>
        </pc:spChg>
      </pc:sldChg>
      <pc:sldChg chg="addSp delSp modSp new mod">
        <pc:chgData name="Sofia Torgovezky" userId="5fc8b4be-fc39-4290-9991-bfb6c0a880e2" providerId="ADAL" clId="{42487C1D-7798-42A4-9619-8280C9DE54F3}" dt="2026-05-22T19:18:45.867" v="504"/>
        <pc:sldMkLst>
          <pc:docMk/>
          <pc:sldMk cId="2720409076" sldId="257"/>
        </pc:sldMkLst>
        <pc:spChg chg="mod">
          <ac:chgData name="Sofia Torgovezky" userId="5fc8b4be-fc39-4290-9991-bfb6c0a880e2" providerId="ADAL" clId="{42487C1D-7798-42A4-9619-8280C9DE54F3}" dt="2026-05-22T19:18:45.867" v="504"/>
          <ac:spMkLst>
            <pc:docMk/>
            <pc:sldMk cId="2720409076" sldId="257"/>
            <ac:spMk id="2" creationId="{6D06DC2F-D67C-573C-DE73-FF5D1993A004}"/>
          </ac:spMkLst>
        </pc:spChg>
        <pc:spChg chg="add del mod">
          <ac:chgData name="Sofia Torgovezky" userId="5fc8b4be-fc39-4290-9991-bfb6c0a880e2" providerId="ADAL" clId="{42487C1D-7798-42A4-9619-8280C9DE54F3}" dt="2026-05-22T19:18:45.867" v="504"/>
          <ac:spMkLst>
            <pc:docMk/>
            <pc:sldMk cId="2720409076" sldId="257"/>
            <ac:spMk id="3" creationId="{2DFFE05A-A6F5-6E01-2C8E-21CB014C3C55}"/>
          </ac:spMkLst>
        </pc:spChg>
        <pc:spChg chg="add mod">
          <ac:chgData name="Sofia Torgovezky" userId="5fc8b4be-fc39-4290-9991-bfb6c0a880e2" providerId="ADAL" clId="{42487C1D-7798-42A4-9619-8280C9DE54F3}" dt="2026-05-22T17:04:33.830" v="84"/>
          <ac:spMkLst>
            <pc:docMk/>
            <pc:sldMk cId="2720409076" sldId="257"/>
            <ac:spMk id="4" creationId="{EF1AECBB-6C7E-C083-3EC2-C8F36D993D19}"/>
          </ac:spMkLst>
        </pc:spChg>
      </pc:sldChg>
      <pc:sldChg chg="addSp delSp modSp new mod">
        <pc:chgData name="Sofia Torgovezky" userId="5fc8b4be-fc39-4290-9991-bfb6c0a880e2" providerId="ADAL" clId="{42487C1D-7798-42A4-9619-8280C9DE54F3}" dt="2026-05-22T19:18:45.867" v="504"/>
        <pc:sldMkLst>
          <pc:docMk/>
          <pc:sldMk cId="1555361667" sldId="258"/>
        </pc:sldMkLst>
        <pc:spChg chg="add del mod">
          <ac:chgData name="Sofia Torgovezky" userId="5fc8b4be-fc39-4290-9991-bfb6c0a880e2" providerId="ADAL" clId="{42487C1D-7798-42A4-9619-8280C9DE54F3}" dt="2026-05-22T19:18:45.867" v="504"/>
          <ac:spMkLst>
            <pc:docMk/>
            <pc:sldMk cId="1555361667" sldId="258"/>
            <ac:spMk id="2" creationId="{EC3F6A70-1E89-A187-931B-E1BE70755617}"/>
          </ac:spMkLst>
        </pc:spChg>
        <pc:spChg chg="add del mod">
          <ac:chgData name="Sofia Torgovezky" userId="5fc8b4be-fc39-4290-9991-bfb6c0a880e2" providerId="ADAL" clId="{42487C1D-7798-42A4-9619-8280C9DE54F3}" dt="2026-05-22T19:18:45.867" v="504"/>
          <ac:spMkLst>
            <pc:docMk/>
            <pc:sldMk cId="1555361667" sldId="258"/>
            <ac:spMk id="3" creationId="{1C851FB8-6CE0-50A4-CC04-8267EA0AC836}"/>
          </ac:spMkLst>
        </pc:spChg>
        <pc:spChg chg="add mod">
          <ac:chgData name="Sofia Torgovezky" userId="5fc8b4be-fc39-4290-9991-bfb6c0a880e2" providerId="ADAL" clId="{42487C1D-7798-42A4-9619-8280C9DE54F3}" dt="2026-05-22T17:10:11.087" v="125"/>
          <ac:spMkLst>
            <pc:docMk/>
            <pc:sldMk cId="1555361667" sldId="258"/>
            <ac:spMk id="4" creationId="{D6BA1BB7-5006-412E-7E98-601133C35F23}"/>
          </ac:spMkLst>
        </pc:spChg>
        <pc:spChg chg="add mod">
          <ac:chgData name="Sofia Torgovezky" userId="5fc8b4be-fc39-4290-9991-bfb6c0a880e2" providerId="ADAL" clId="{42487C1D-7798-42A4-9619-8280C9DE54F3}" dt="2026-05-22T17:12:23.637" v="136"/>
          <ac:spMkLst>
            <pc:docMk/>
            <pc:sldMk cId="1555361667" sldId="258"/>
            <ac:spMk id="5" creationId="{0067A4EC-4429-B108-ED21-58C19796BD81}"/>
          </ac:spMkLst>
        </pc:spChg>
        <pc:spChg chg="add">
          <ac:chgData name="Sofia Torgovezky" userId="5fc8b4be-fc39-4290-9991-bfb6c0a880e2" providerId="ADAL" clId="{42487C1D-7798-42A4-9619-8280C9DE54F3}" dt="2026-05-22T17:33:58.104" v="200"/>
          <ac:spMkLst>
            <pc:docMk/>
            <pc:sldMk cId="1555361667" sldId="258"/>
            <ac:spMk id="6" creationId="{0C7CBE0E-3019-1B15-6963-23AD837D3C0F}"/>
          </ac:spMkLst>
        </pc:spChg>
        <pc:spChg chg="add">
          <ac:chgData name="Sofia Torgovezky" userId="5fc8b4be-fc39-4290-9991-bfb6c0a880e2" providerId="ADAL" clId="{42487C1D-7798-42A4-9619-8280C9DE54F3}" dt="2026-05-22T17:34:03.087" v="203"/>
          <ac:spMkLst>
            <pc:docMk/>
            <pc:sldMk cId="1555361667" sldId="258"/>
            <ac:spMk id="7" creationId="{8BD03B2F-7472-2680-E7C4-18B600F86DF2}"/>
          </ac:spMkLst>
        </pc:spChg>
      </pc:sldChg>
      <pc:sldChg chg="addSp delSp modSp new mod setBg delDesignElem">
        <pc:chgData name="Sofia Torgovezky" userId="5fc8b4be-fc39-4290-9991-bfb6c0a880e2" providerId="ADAL" clId="{42487C1D-7798-42A4-9619-8280C9DE54F3}" dt="2026-05-22T19:18:45.867" v="504"/>
        <pc:sldMkLst>
          <pc:docMk/>
          <pc:sldMk cId="3475915301" sldId="259"/>
        </pc:sldMkLst>
        <pc:spChg chg="del mod">
          <ac:chgData name="Sofia Torgovezky" userId="5fc8b4be-fc39-4290-9991-bfb6c0a880e2" providerId="ADAL" clId="{42487C1D-7798-42A4-9619-8280C9DE54F3}" dt="2026-05-22T17:29:58.602" v="169" actId="478"/>
          <ac:spMkLst>
            <pc:docMk/>
            <pc:sldMk cId="3475915301" sldId="259"/>
            <ac:spMk id="2" creationId="{803C049E-17B3-8B18-CDB6-20389D6792C8}"/>
          </ac:spMkLst>
        </pc:spChg>
        <pc:spChg chg="del">
          <ac:chgData name="Sofia Torgovezky" userId="5fc8b4be-fc39-4290-9991-bfb6c0a880e2" providerId="ADAL" clId="{42487C1D-7798-42A4-9619-8280C9DE54F3}" dt="2026-05-22T17:27:21.855" v="162" actId="478"/>
          <ac:spMkLst>
            <pc:docMk/>
            <pc:sldMk cId="3475915301" sldId="259"/>
            <ac:spMk id="3" creationId="{FCDC209F-DFE3-BD31-D19B-FC1E33210010}"/>
          </ac:spMkLst>
        </pc:spChg>
        <pc:spChg chg="add mod">
          <ac:chgData name="Sofia Torgovezky" userId="5fc8b4be-fc39-4290-9991-bfb6c0a880e2" providerId="ADAL" clId="{42487C1D-7798-42A4-9619-8280C9DE54F3}" dt="2026-05-22T17:27:28.704" v="164"/>
          <ac:spMkLst>
            <pc:docMk/>
            <pc:sldMk cId="3475915301" sldId="259"/>
            <ac:spMk id="5" creationId="{7D3FECD1-05D4-B33A-D84E-33C6AA2B46D4}"/>
          </ac:spMkLst>
        </pc:spChg>
        <pc:spChg chg="add mod">
          <ac:chgData name="Sofia Torgovezky" userId="5fc8b4be-fc39-4290-9991-bfb6c0a880e2" providerId="ADAL" clId="{42487C1D-7798-42A4-9619-8280C9DE54F3}" dt="2026-05-22T17:27:28.704" v="164"/>
          <ac:spMkLst>
            <pc:docMk/>
            <pc:sldMk cId="3475915301" sldId="259"/>
            <ac:spMk id="6" creationId="{22EAE44A-C708-AD5F-9D70-E55AC2F87CA0}"/>
          </ac:spMkLst>
        </pc:spChg>
        <pc:spChg chg="add mod">
          <ac:chgData name="Sofia Torgovezky" userId="5fc8b4be-fc39-4290-9991-bfb6c0a880e2" providerId="ADAL" clId="{42487C1D-7798-42A4-9619-8280C9DE54F3}" dt="2026-05-22T17:27:28.704" v="164"/>
          <ac:spMkLst>
            <pc:docMk/>
            <pc:sldMk cId="3475915301" sldId="259"/>
            <ac:spMk id="7" creationId="{62AC918D-FFE8-ED02-3230-B84B136EC402}"/>
          </ac:spMkLst>
        </pc:spChg>
        <pc:spChg chg="add mod">
          <ac:chgData name="Sofia Torgovezky" userId="5fc8b4be-fc39-4290-9991-bfb6c0a880e2" providerId="ADAL" clId="{42487C1D-7798-42A4-9619-8280C9DE54F3}" dt="2026-05-22T17:27:28.704" v="164"/>
          <ac:spMkLst>
            <pc:docMk/>
            <pc:sldMk cId="3475915301" sldId="259"/>
            <ac:spMk id="8" creationId="{E43C19AA-DFF2-F9E0-28BA-F32E6C4E503B}"/>
          </ac:spMkLst>
        </pc:spChg>
        <pc:spChg chg="add mod">
          <ac:chgData name="Sofia Torgovezky" userId="5fc8b4be-fc39-4290-9991-bfb6c0a880e2" providerId="ADAL" clId="{42487C1D-7798-42A4-9619-8280C9DE54F3}" dt="2026-05-22T17:27:28.704" v="164"/>
          <ac:spMkLst>
            <pc:docMk/>
            <pc:sldMk cId="3475915301" sldId="259"/>
            <ac:spMk id="9" creationId="{7F8BA29D-76A8-2E08-BCE0-533A9D0DA9F6}"/>
          </ac:spMkLst>
        </pc:spChg>
        <pc:spChg chg="add mod">
          <ac:chgData name="Sofia Torgovezky" userId="5fc8b4be-fc39-4290-9991-bfb6c0a880e2" providerId="ADAL" clId="{42487C1D-7798-42A4-9619-8280C9DE54F3}" dt="2026-05-22T17:27:28.704" v="164"/>
          <ac:spMkLst>
            <pc:docMk/>
            <pc:sldMk cId="3475915301" sldId="259"/>
            <ac:spMk id="10" creationId="{B704E609-521E-427B-3110-AFF8274A4DD9}"/>
          </ac:spMkLst>
        </pc:spChg>
        <pc:spChg chg="add mod">
          <ac:chgData name="Sofia Torgovezky" userId="5fc8b4be-fc39-4290-9991-bfb6c0a880e2" providerId="ADAL" clId="{42487C1D-7798-42A4-9619-8280C9DE54F3}" dt="2026-05-22T17:27:51.951" v="166"/>
          <ac:spMkLst>
            <pc:docMk/>
            <pc:sldMk cId="3475915301" sldId="259"/>
            <ac:spMk id="12" creationId="{A3E8A061-FA21-AC39-AD2A-5FF64DE0FFEA}"/>
          </ac:spMkLst>
        </pc:spChg>
        <pc:spChg chg="add del mod">
          <ac:chgData name="Sofia Torgovezky" userId="5fc8b4be-fc39-4290-9991-bfb6c0a880e2" providerId="ADAL" clId="{42487C1D-7798-42A4-9619-8280C9DE54F3}" dt="2026-05-22T17:30:02.434" v="170" actId="478"/>
          <ac:spMkLst>
            <pc:docMk/>
            <pc:sldMk cId="3475915301" sldId="259"/>
            <ac:spMk id="15" creationId="{AAFF5818-260C-89F0-BAB7-537752203D9F}"/>
          </ac:spMkLst>
        </pc:spChg>
        <pc:spChg chg="add del">
          <ac:chgData name="Sofia Torgovezky" userId="5fc8b4be-fc39-4290-9991-bfb6c0a880e2" providerId="ADAL" clId="{42487C1D-7798-42A4-9619-8280C9DE54F3}" dt="2026-05-22T17:30:05.850" v="171" actId="26606"/>
          <ac:spMkLst>
            <pc:docMk/>
            <pc:sldMk cId="3475915301" sldId="259"/>
            <ac:spMk id="30" creationId="{AA330523-F25B-4007-B3E5-ABB5637D160A}"/>
          </ac:spMkLst>
        </pc:spChg>
        <pc:spChg chg="add del">
          <ac:chgData name="Sofia Torgovezky" userId="5fc8b4be-fc39-4290-9991-bfb6c0a880e2" providerId="ADAL" clId="{42487C1D-7798-42A4-9619-8280C9DE54F3}" dt="2026-05-22T17:35:25.788" v="208" actId="26606"/>
          <ac:spMkLst>
            <pc:docMk/>
            <pc:sldMk cId="3475915301" sldId="259"/>
            <ac:spMk id="47" creationId="{03E8462A-FEBA-4848-81CC-3F8DA3E477BE}"/>
          </ac:spMkLst>
        </pc:spChg>
        <pc:spChg chg="add del">
          <ac:chgData name="Sofia Torgovezky" userId="5fc8b4be-fc39-4290-9991-bfb6c0a880e2" providerId="ADAL" clId="{42487C1D-7798-42A4-9619-8280C9DE54F3}" dt="2026-05-22T17:35:25.788" v="208" actId="26606"/>
          <ac:spMkLst>
            <pc:docMk/>
            <pc:sldMk cId="3475915301" sldId="259"/>
            <ac:spMk id="60" creationId="{7941F9B1-B01B-4A84-89D9-B169AEB4E456}"/>
          </ac:spMkLst>
        </pc:spChg>
        <pc:spChg chg="add del">
          <ac:chgData name="Sofia Torgovezky" userId="5fc8b4be-fc39-4290-9991-bfb6c0a880e2" providerId="ADAL" clId="{42487C1D-7798-42A4-9619-8280C9DE54F3}" dt="2026-05-22T19:18:45.867" v="504"/>
          <ac:spMkLst>
            <pc:docMk/>
            <pc:sldMk cId="3475915301" sldId="259"/>
            <ac:spMk id="77" creationId="{03E8462A-FEBA-4848-81CC-3F8DA3E477BE}"/>
          </ac:spMkLst>
        </pc:spChg>
        <pc:spChg chg="add del">
          <ac:chgData name="Sofia Torgovezky" userId="5fc8b4be-fc39-4290-9991-bfb6c0a880e2" providerId="ADAL" clId="{42487C1D-7798-42A4-9619-8280C9DE54F3}" dt="2026-05-22T19:18:45.867" v="504"/>
          <ac:spMkLst>
            <pc:docMk/>
            <pc:sldMk cId="3475915301" sldId="259"/>
            <ac:spMk id="90" creationId="{7941F9B1-B01B-4A84-89D9-B169AEB4E456}"/>
          </ac:spMkLst>
        </pc:spChg>
        <pc:grpChg chg="add del">
          <ac:chgData name="Sofia Torgovezky" userId="5fc8b4be-fc39-4290-9991-bfb6c0a880e2" providerId="ADAL" clId="{42487C1D-7798-42A4-9619-8280C9DE54F3}" dt="2026-05-22T17:30:05.850" v="171" actId="26606"/>
          <ac:grpSpMkLst>
            <pc:docMk/>
            <pc:sldMk cId="3475915301" sldId="259"/>
            <ac:grpSpMk id="18" creationId="{B4DE830A-B531-4A3B-96F6-0ECE88B08555}"/>
          </ac:grpSpMkLst>
        </pc:grpChg>
        <pc:grpChg chg="add del">
          <ac:chgData name="Sofia Torgovezky" userId="5fc8b4be-fc39-4290-9991-bfb6c0a880e2" providerId="ADAL" clId="{42487C1D-7798-42A4-9619-8280C9DE54F3}" dt="2026-05-22T17:35:25.788" v="208" actId="26606"/>
          <ac:grpSpMkLst>
            <pc:docMk/>
            <pc:sldMk cId="3475915301" sldId="259"/>
            <ac:grpSpMk id="35" creationId="{609316A9-990D-4EC3-A671-70EE5C1493A4}"/>
          </ac:grpSpMkLst>
        </pc:grpChg>
        <pc:grpChg chg="add del">
          <ac:chgData name="Sofia Torgovezky" userId="5fc8b4be-fc39-4290-9991-bfb6c0a880e2" providerId="ADAL" clId="{42487C1D-7798-42A4-9619-8280C9DE54F3}" dt="2026-05-22T17:35:25.788" v="208" actId="26606"/>
          <ac:grpSpMkLst>
            <pc:docMk/>
            <pc:sldMk cId="3475915301" sldId="259"/>
            <ac:grpSpMk id="49" creationId="{2109F83F-40FE-4DB3-84CC-09FB3340D06D}"/>
          </ac:grpSpMkLst>
        </pc:grpChg>
        <pc:grpChg chg="add del">
          <ac:chgData name="Sofia Torgovezky" userId="5fc8b4be-fc39-4290-9991-bfb6c0a880e2" providerId="ADAL" clId="{42487C1D-7798-42A4-9619-8280C9DE54F3}" dt="2026-05-22T19:18:45.867" v="504"/>
          <ac:grpSpMkLst>
            <pc:docMk/>
            <pc:sldMk cId="3475915301" sldId="259"/>
            <ac:grpSpMk id="65" creationId="{609316A9-990D-4EC3-A671-70EE5C1493A4}"/>
          </ac:grpSpMkLst>
        </pc:grpChg>
        <pc:grpChg chg="add del">
          <ac:chgData name="Sofia Torgovezky" userId="5fc8b4be-fc39-4290-9991-bfb6c0a880e2" providerId="ADAL" clId="{42487C1D-7798-42A4-9619-8280C9DE54F3}" dt="2026-05-22T19:18:45.867" v="504"/>
          <ac:grpSpMkLst>
            <pc:docMk/>
            <pc:sldMk cId="3475915301" sldId="259"/>
            <ac:grpSpMk id="79" creationId="{2109F83F-40FE-4DB3-84CC-09FB3340D06D}"/>
          </ac:grpSpMkLst>
        </pc:grpChg>
        <pc:graphicFrameChg chg="add mod">
          <ac:chgData name="Sofia Torgovezky" userId="5fc8b4be-fc39-4290-9991-bfb6c0a880e2" providerId="ADAL" clId="{42487C1D-7798-42A4-9619-8280C9DE54F3}" dt="2026-05-22T17:27:23.871" v="163"/>
          <ac:graphicFrameMkLst>
            <pc:docMk/>
            <pc:sldMk cId="3475915301" sldId="259"/>
            <ac:graphicFrameMk id="4" creationId="{2361D9B0-4F4E-B8DA-F00A-0C309F2C4D3A}"/>
          </ac:graphicFrameMkLst>
        </pc:graphicFrameChg>
        <pc:graphicFrameChg chg="add mod">
          <ac:chgData name="Sofia Torgovezky" userId="5fc8b4be-fc39-4290-9991-bfb6c0a880e2" providerId="ADAL" clId="{42487C1D-7798-42A4-9619-8280C9DE54F3}" dt="2026-05-22T17:27:49.951" v="165"/>
          <ac:graphicFrameMkLst>
            <pc:docMk/>
            <pc:sldMk cId="3475915301" sldId="259"/>
            <ac:graphicFrameMk id="11" creationId="{C81857BE-9792-8662-27EA-AAE0458E08FC}"/>
          </ac:graphicFrameMkLst>
        </pc:graphicFrameChg>
        <pc:graphicFrameChg chg="add mod modGraphic">
          <ac:chgData name="Sofia Torgovezky" userId="5fc8b4be-fc39-4290-9991-bfb6c0a880e2" providerId="ADAL" clId="{42487C1D-7798-42A4-9619-8280C9DE54F3}" dt="2026-05-22T17:36:31.418" v="214" actId="14100"/>
          <ac:graphicFrameMkLst>
            <pc:docMk/>
            <pc:sldMk cId="3475915301" sldId="259"/>
            <ac:graphicFrameMk id="13" creationId="{68427BC8-00E3-AA73-EED1-895D13E05C1C}"/>
          </ac:graphicFrameMkLst>
        </pc:graphicFrameChg>
      </pc:sldChg>
      <pc:sldChg chg="delSp modSp new mod">
        <pc:chgData name="Sofia Torgovezky" userId="5fc8b4be-fc39-4290-9991-bfb6c0a880e2" providerId="ADAL" clId="{42487C1D-7798-42A4-9619-8280C9DE54F3}" dt="2026-05-22T19:18:45.867" v="504"/>
        <pc:sldMkLst>
          <pc:docMk/>
          <pc:sldMk cId="2308311218" sldId="260"/>
        </pc:sldMkLst>
        <pc:spChg chg="mod">
          <ac:chgData name="Sofia Torgovezky" userId="5fc8b4be-fc39-4290-9991-bfb6c0a880e2" providerId="ADAL" clId="{42487C1D-7798-42A4-9619-8280C9DE54F3}" dt="2026-05-22T19:18:45.867" v="504"/>
          <ac:spMkLst>
            <pc:docMk/>
            <pc:sldMk cId="2308311218" sldId="260"/>
            <ac:spMk id="2" creationId="{1E1CD72C-D80D-27CB-D8EE-7D156F905C10}"/>
          </ac:spMkLst>
        </pc:spChg>
        <pc:spChg chg="del">
          <ac:chgData name="Sofia Torgovezky" userId="5fc8b4be-fc39-4290-9991-bfb6c0a880e2" providerId="ADAL" clId="{42487C1D-7798-42A4-9619-8280C9DE54F3}" dt="2026-05-22T17:40:00.125" v="235" actId="478"/>
          <ac:spMkLst>
            <pc:docMk/>
            <pc:sldMk cId="2308311218" sldId="260"/>
            <ac:spMk id="3" creationId="{FF624289-732E-5758-A591-E46CA75496FF}"/>
          </ac:spMkLst>
        </pc:spChg>
      </pc:sldChg>
      <pc:sldChg chg="addSp delSp modSp new mod ord setBg">
        <pc:chgData name="Sofia Torgovezky" userId="5fc8b4be-fc39-4290-9991-bfb6c0a880e2" providerId="ADAL" clId="{42487C1D-7798-42A4-9619-8280C9DE54F3}" dt="2026-05-22T19:18:45.867" v="504"/>
        <pc:sldMkLst>
          <pc:docMk/>
          <pc:sldMk cId="3496799819" sldId="261"/>
        </pc:sldMkLst>
        <pc:spChg chg="mod">
          <ac:chgData name="Sofia Torgovezky" userId="5fc8b4be-fc39-4290-9991-bfb6c0a880e2" providerId="ADAL" clId="{42487C1D-7798-42A4-9619-8280C9DE54F3}" dt="2026-05-22T19:18:45.867" v="504"/>
          <ac:spMkLst>
            <pc:docMk/>
            <pc:sldMk cId="3496799819" sldId="261"/>
            <ac:spMk id="2" creationId="{E6527F0A-DC71-DD54-BF61-C99A24943A0D}"/>
          </ac:spMkLst>
        </pc:spChg>
        <pc:spChg chg="add del mod">
          <ac:chgData name="Sofia Torgovezky" userId="5fc8b4be-fc39-4290-9991-bfb6c0a880e2" providerId="ADAL" clId="{42487C1D-7798-42A4-9619-8280C9DE54F3}" dt="2026-05-22T17:58:02.665" v="289" actId="403"/>
          <ac:spMkLst>
            <pc:docMk/>
            <pc:sldMk cId="3496799819" sldId="261"/>
            <ac:spMk id="3" creationId="{5AF70E0A-F5E1-54BF-1DA9-B9C6FA79BCB8}"/>
          </ac:spMkLst>
        </pc:spChg>
        <pc:graphicFrameChg chg="add del">
          <ac:chgData name="Sofia Torgovezky" userId="5fc8b4be-fc39-4290-9991-bfb6c0a880e2" providerId="ADAL" clId="{42487C1D-7798-42A4-9619-8280C9DE54F3}" dt="2026-05-22T17:55:53.253" v="274" actId="26606"/>
          <ac:graphicFrameMkLst>
            <pc:docMk/>
            <pc:sldMk cId="3496799819" sldId="261"/>
            <ac:graphicFrameMk id="5" creationId="{D3ED9CCD-B107-FE16-C490-52E096999832}"/>
          </ac:graphicFrameMkLst>
        </pc:graphicFrameChg>
        <pc:graphicFrameChg chg="add del">
          <ac:chgData name="Sofia Torgovezky" userId="5fc8b4be-fc39-4290-9991-bfb6c0a880e2" providerId="ADAL" clId="{42487C1D-7798-42A4-9619-8280C9DE54F3}" dt="2026-05-22T17:56:04.568" v="276" actId="26606"/>
          <ac:graphicFrameMkLst>
            <pc:docMk/>
            <pc:sldMk cId="3496799819" sldId="261"/>
            <ac:graphicFrameMk id="6" creationId="{D2A2754D-483C-FAE4-E2F9-CD0ABA4659DC}"/>
          </ac:graphicFrameMkLst>
        </pc:graphicFrameChg>
      </pc:sldChg>
      <pc:sldChg chg="addSp delSp modSp new mod">
        <pc:chgData name="Sofia Torgovezky" userId="5fc8b4be-fc39-4290-9991-bfb6c0a880e2" providerId="ADAL" clId="{42487C1D-7798-42A4-9619-8280C9DE54F3}" dt="2026-05-22T19:18:45.867" v="504"/>
        <pc:sldMkLst>
          <pc:docMk/>
          <pc:sldMk cId="235742225" sldId="262"/>
        </pc:sldMkLst>
        <pc:spChg chg="add del mod">
          <ac:chgData name="Sofia Torgovezky" userId="5fc8b4be-fc39-4290-9991-bfb6c0a880e2" providerId="ADAL" clId="{42487C1D-7798-42A4-9619-8280C9DE54F3}" dt="2026-05-22T19:18:45.867" v="504"/>
          <ac:spMkLst>
            <pc:docMk/>
            <pc:sldMk cId="235742225" sldId="262"/>
            <ac:spMk id="2" creationId="{97317796-18BE-7B8F-4497-4D5994035270}"/>
          </ac:spMkLst>
        </pc:spChg>
        <pc:spChg chg="del">
          <ac:chgData name="Sofia Torgovezky" userId="5fc8b4be-fc39-4290-9991-bfb6c0a880e2" providerId="ADAL" clId="{42487C1D-7798-42A4-9619-8280C9DE54F3}" dt="2026-05-22T17:39:47.878" v="234" actId="478"/>
          <ac:spMkLst>
            <pc:docMk/>
            <pc:sldMk cId="235742225" sldId="262"/>
            <ac:spMk id="3" creationId="{A957EB2B-BD74-E45B-4CA2-F201FF5311EB}"/>
          </ac:spMkLst>
        </pc:spChg>
        <pc:spChg chg="add mod">
          <ac:chgData name="Sofia Torgovezky" userId="5fc8b4be-fc39-4290-9991-bfb6c0a880e2" providerId="ADAL" clId="{42487C1D-7798-42A4-9619-8280C9DE54F3}" dt="2026-05-22T17:38:59.449" v="224"/>
          <ac:spMkLst>
            <pc:docMk/>
            <pc:sldMk cId="235742225" sldId="262"/>
            <ac:spMk id="4" creationId="{C7E8A3BD-36A2-1209-BD7A-BCF7C92546BB}"/>
          </ac:spMkLst>
        </pc:spChg>
      </pc:sldChg>
      <pc:sldChg chg="new del">
        <pc:chgData name="Sofia Torgovezky" userId="5fc8b4be-fc39-4290-9991-bfb6c0a880e2" providerId="ADAL" clId="{42487C1D-7798-42A4-9619-8280C9DE54F3}" dt="2026-05-22T17:38:36.335" v="221" actId="680"/>
        <pc:sldMkLst>
          <pc:docMk/>
          <pc:sldMk cId="2284177642" sldId="262"/>
        </pc:sldMkLst>
      </pc:sldChg>
      <pc:sldChg chg="addSp delSp modSp new mod">
        <pc:chgData name="Sofia Torgovezky" userId="5fc8b4be-fc39-4290-9991-bfb6c0a880e2" providerId="ADAL" clId="{42487C1D-7798-42A4-9619-8280C9DE54F3}" dt="2026-05-22T19:18:45.867" v="504"/>
        <pc:sldMkLst>
          <pc:docMk/>
          <pc:sldMk cId="1052596314" sldId="263"/>
        </pc:sldMkLst>
        <pc:spChg chg="mod">
          <ac:chgData name="Sofia Torgovezky" userId="5fc8b4be-fc39-4290-9991-bfb6c0a880e2" providerId="ADAL" clId="{42487C1D-7798-42A4-9619-8280C9DE54F3}" dt="2026-05-22T19:18:45.867" v="504"/>
          <ac:spMkLst>
            <pc:docMk/>
            <pc:sldMk cId="1052596314" sldId="263"/>
            <ac:spMk id="2" creationId="{7E7E938D-B93C-CF69-D761-5FFA0B7E5C4E}"/>
          </ac:spMkLst>
        </pc:spChg>
        <pc:spChg chg="add del mod">
          <ac:chgData name="Sofia Torgovezky" userId="5fc8b4be-fc39-4290-9991-bfb6c0a880e2" providerId="ADAL" clId="{42487C1D-7798-42A4-9619-8280C9DE54F3}" dt="2026-05-22T19:18:45.867" v="504"/>
          <ac:spMkLst>
            <pc:docMk/>
            <pc:sldMk cId="1052596314" sldId="263"/>
            <ac:spMk id="3" creationId="{8FB2142E-04F0-CA3E-C3C8-AD4FB3C77D24}"/>
          </ac:spMkLst>
        </pc:spChg>
        <pc:spChg chg="add mod">
          <ac:chgData name="Sofia Torgovezky" userId="5fc8b4be-fc39-4290-9991-bfb6c0a880e2" providerId="ADAL" clId="{42487C1D-7798-42A4-9619-8280C9DE54F3}" dt="2026-05-22T18:02:14.871" v="305"/>
          <ac:spMkLst>
            <pc:docMk/>
            <pc:sldMk cId="1052596314" sldId="263"/>
            <ac:spMk id="4" creationId="{58F0A81D-8F56-C379-CD58-AA0B8F0E9F7C}"/>
          </ac:spMkLst>
        </pc:spChg>
      </pc:sldChg>
      <pc:sldChg chg="new del">
        <pc:chgData name="Sofia Torgovezky" userId="5fc8b4be-fc39-4290-9991-bfb6c0a880e2" providerId="ADAL" clId="{42487C1D-7798-42A4-9619-8280C9DE54F3}" dt="2026-05-22T18:06:57.339" v="319" actId="2696"/>
        <pc:sldMkLst>
          <pc:docMk/>
          <pc:sldMk cId="1199710603" sldId="264"/>
        </pc:sldMkLst>
      </pc:sldChg>
      <pc:sldChg chg="addSp delSp modSp new mod">
        <pc:chgData name="Sofia Torgovezky" userId="5fc8b4be-fc39-4290-9991-bfb6c0a880e2" providerId="ADAL" clId="{42487C1D-7798-42A4-9619-8280C9DE54F3}" dt="2026-05-22T18:24:47.831" v="430" actId="13926"/>
        <pc:sldMkLst>
          <pc:docMk/>
          <pc:sldMk cId="4034821554" sldId="265"/>
        </pc:sldMkLst>
        <pc:spChg chg="del">
          <ac:chgData name="Sofia Torgovezky" userId="5fc8b4be-fc39-4290-9991-bfb6c0a880e2" providerId="ADAL" clId="{42487C1D-7798-42A4-9619-8280C9DE54F3}" dt="2026-05-22T18:07:56.527" v="326" actId="478"/>
          <ac:spMkLst>
            <pc:docMk/>
            <pc:sldMk cId="4034821554" sldId="265"/>
            <ac:spMk id="2" creationId="{EA020181-395B-889A-960E-B037D63CFE04}"/>
          </ac:spMkLst>
        </pc:spChg>
        <pc:spChg chg="mod">
          <ac:chgData name="Sofia Torgovezky" userId="5fc8b4be-fc39-4290-9991-bfb6c0a880e2" providerId="ADAL" clId="{42487C1D-7798-42A4-9619-8280C9DE54F3}" dt="2026-05-22T18:16:40.777" v="375" actId="404"/>
          <ac:spMkLst>
            <pc:docMk/>
            <pc:sldMk cId="4034821554" sldId="265"/>
            <ac:spMk id="3" creationId="{E8DEB1A5-3228-21A5-2F1D-15B4BFA5DCC6}"/>
          </ac:spMkLst>
        </pc:spChg>
        <pc:spChg chg="mod">
          <ac:chgData name="Sofia Torgovezky" userId="5fc8b4be-fc39-4290-9991-bfb6c0a880e2" providerId="ADAL" clId="{42487C1D-7798-42A4-9619-8280C9DE54F3}" dt="2026-05-22T18:13:51.918" v="356" actId="14100"/>
          <ac:spMkLst>
            <pc:docMk/>
            <pc:sldMk cId="4034821554" sldId="265"/>
            <ac:spMk id="4" creationId="{7C0ED440-A7C1-78E5-B89A-845BE8B0E4F1}"/>
          </ac:spMkLst>
        </pc:spChg>
        <pc:spChg chg="mod">
          <ac:chgData name="Sofia Torgovezky" userId="5fc8b4be-fc39-4290-9991-bfb6c0a880e2" providerId="ADAL" clId="{42487C1D-7798-42A4-9619-8280C9DE54F3}" dt="2026-05-22T18:16:46.859" v="377" actId="404"/>
          <ac:spMkLst>
            <pc:docMk/>
            <pc:sldMk cId="4034821554" sldId="265"/>
            <ac:spMk id="5" creationId="{2B36E613-DC12-3167-9570-2FD6A225C633}"/>
          </ac:spMkLst>
        </pc:spChg>
        <pc:spChg chg="mod">
          <ac:chgData name="Sofia Torgovezky" userId="5fc8b4be-fc39-4290-9991-bfb6c0a880e2" providerId="ADAL" clId="{42487C1D-7798-42A4-9619-8280C9DE54F3}" dt="2026-05-22T18:14:00.198" v="357" actId="1076"/>
          <ac:spMkLst>
            <pc:docMk/>
            <pc:sldMk cId="4034821554" sldId="265"/>
            <ac:spMk id="6" creationId="{2FFFA36B-4DFB-468C-02EA-C49AD27E68A5}"/>
          </ac:spMkLst>
        </pc:spChg>
        <pc:spChg chg="add mod">
          <ac:chgData name="Sofia Torgovezky" userId="5fc8b4be-fc39-4290-9991-bfb6c0a880e2" providerId="ADAL" clId="{42487C1D-7798-42A4-9619-8280C9DE54F3}" dt="2026-05-22T18:16:36.994" v="374" actId="113"/>
          <ac:spMkLst>
            <pc:docMk/>
            <pc:sldMk cId="4034821554" sldId="265"/>
            <ac:spMk id="7" creationId="{A738D51F-3EC4-B37A-FDFD-500C332A7E3E}"/>
          </ac:spMkLst>
        </pc:spChg>
        <pc:spChg chg="add mod">
          <ac:chgData name="Sofia Torgovezky" userId="5fc8b4be-fc39-4290-9991-bfb6c0a880e2" providerId="ADAL" clId="{42487C1D-7798-42A4-9619-8280C9DE54F3}" dt="2026-05-22T18:24:47.831" v="430" actId="13926"/>
          <ac:spMkLst>
            <pc:docMk/>
            <pc:sldMk cId="4034821554" sldId="265"/>
            <ac:spMk id="8" creationId="{201B3650-6D88-80D9-055D-785E62F70FBF}"/>
          </ac:spMkLst>
        </pc:spChg>
        <pc:spChg chg="add mod">
          <ac:chgData name="Sofia Torgovezky" userId="5fc8b4be-fc39-4290-9991-bfb6c0a880e2" providerId="ADAL" clId="{42487C1D-7798-42A4-9619-8280C9DE54F3}" dt="2026-05-22T18:16:55.458" v="379" actId="113"/>
          <ac:spMkLst>
            <pc:docMk/>
            <pc:sldMk cId="4034821554" sldId="265"/>
            <ac:spMk id="9" creationId="{AE1CFE56-3FE3-AC91-CDBB-9D6A5201A468}"/>
          </ac:spMkLst>
        </pc:spChg>
        <pc:spChg chg="add mod">
          <ac:chgData name="Sofia Torgovezky" userId="5fc8b4be-fc39-4290-9991-bfb6c0a880e2" providerId="ADAL" clId="{42487C1D-7798-42A4-9619-8280C9DE54F3}" dt="2026-05-22T18:14:00.198" v="357" actId="1076"/>
          <ac:spMkLst>
            <pc:docMk/>
            <pc:sldMk cId="4034821554" sldId="265"/>
            <ac:spMk id="10" creationId="{CFB54F20-3454-B3EE-4D16-97CB103A9AB3}"/>
          </ac:spMkLst>
        </pc:spChg>
        <pc:spChg chg="add mod">
          <ac:chgData name="Sofia Torgovezky" userId="5fc8b4be-fc39-4290-9991-bfb6c0a880e2" providerId="ADAL" clId="{42487C1D-7798-42A4-9619-8280C9DE54F3}" dt="2026-05-22T18:17:04.657" v="381" actId="113"/>
          <ac:spMkLst>
            <pc:docMk/>
            <pc:sldMk cId="4034821554" sldId="265"/>
            <ac:spMk id="11" creationId="{41B08334-02B4-FAB7-43BC-35489EDDB10B}"/>
          </ac:spMkLst>
        </pc:spChg>
        <pc:spChg chg="add mod">
          <ac:chgData name="Sofia Torgovezky" userId="5fc8b4be-fc39-4290-9991-bfb6c0a880e2" providerId="ADAL" clId="{42487C1D-7798-42A4-9619-8280C9DE54F3}" dt="2026-05-22T18:23:52.022" v="428" actId="13926"/>
          <ac:spMkLst>
            <pc:docMk/>
            <pc:sldMk cId="4034821554" sldId="265"/>
            <ac:spMk id="12" creationId="{C1FF367C-D512-00D4-DEEE-49848746ECB0}"/>
          </ac:spMkLst>
        </pc:spChg>
      </pc:sldChg>
      <pc:sldChg chg="new del">
        <pc:chgData name="Sofia Torgovezky" userId="5fc8b4be-fc39-4290-9991-bfb6c0a880e2" providerId="ADAL" clId="{42487C1D-7798-42A4-9619-8280C9DE54F3}" dt="2026-05-22T18:21:33.323" v="383" actId="680"/>
        <pc:sldMkLst>
          <pc:docMk/>
          <pc:sldMk cId="166627022" sldId="266"/>
        </pc:sldMkLst>
      </pc:sldChg>
      <pc:sldChg chg="addSp delSp modSp new mod">
        <pc:chgData name="Sofia Torgovezky" userId="5fc8b4be-fc39-4290-9991-bfb6c0a880e2" providerId="ADAL" clId="{42487C1D-7798-42A4-9619-8280C9DE54F3}" dt="2026-05-22T19:18:45.867" v="504"/>
        <pc:sldMkLst>
          <pc:docMk/>
          <pc:sldMk cId="1439309530" sldId="266"/>
        </pc:sldMkLst>
        <pc:spChg chg="add del mod">
          <ac:chgData name="Sofia Torgovezky" userId="5fc8b4be-fc39-4290-9991-bfb6c0a880e2" providerId="ADAL" clId="{42487C1D-7798-42A4-9619-8280C9DE54F3}" dt="2026-05-22T19:18:45.867" v="504"/>
          <ac:spMkLst>
            <pc:docMk/>
            <pc:sldMk cId="1439309530" sldId="266"/>
            <ac:spMk id="2" creationId="{A782D4DD-E335-35FB-9182-2C7658A43CF9}"/>
          </ac:spMkLst>
        </pc:spChg>
        <pc:spChg chg="add del mod">
          <ac:chgData name="Sofia Torgovezky" userId="5fc8b4be-fc39-4290-9991-bfb6c0a880e2" providerId="ADAL" clId="{42487C1D-7798-42A4-9619-8280C9DE54F3}" dt="2026-05-22T19:18:45.867" v="504"/>
          <ac:spMkLst>
            <pc:docMk/>
            <pc:sldMk cId="1439309530" sldId="266"/>
            <ac:spMk id="3" creationId="{2AB73E92-38D7-A3F9-7DB4-38EEBC185B07}"/>
          </ac:spMkLst>
        </pc:spChg>
        <pc:spChg chg="add mod">
          <ac:chgData name="Sofia Torgovezky" userId="5fc8b4be-fc39-4290-9991-bfb6c0a880e2" providerId="ADAL" clId="{42487C1D-7798-42A4-9619-8280C9DE54F3}" dt="2026-05-22T18:28:28.170" v="432"/>
          <ac:spMkLst>
            <pc:docMk/>
            <pc:sldMk cId="1439309530" sldId="266"/>
            <ac:spMk id="4" creationId="{BDAB40C0-CF51-F3BB-032F-9361C1BA9E20}"/>
          </ac:spMkLst>
        </pc:spChg>
        <pc:spChg chg="add mod">
          <ac:chgData name="Sofia Torgovezky" userId="5fc8b4be-fc39-4290-9991-bfb6c0a880e2" providerId="ADAL" clId="{42487C1D-7798-42A4-9619-8280C9DE54F3}" dt="2026-05-22T18:34:20.279" v="437"/>
          <ac:spMkLst>
            <pc:docMk/>
            <pc:sldMk cId="1439309530" sldId="266"/>
            <ac:spMk id="5" creationId="{CCD13A51-0A55-E9CA-44DA-84C202369555}"/>
          </ac:spMkLst>
        </pc:spChg>
      </pc:sldChg>
      <pc:sldChg chg="addSp delSp modSp new mod">
        <pc:chgData name="Sofia Torgovezky" userId="5fc8b4be-fc39-4290-9991-bfb6c0a880e2" providerId="ADAL" clId="{42487C1D-7798-42A4-9619-8280C9DE54F3}" dt="2026-05-22T19:18:45.867" v="504"/>
        <pc:sldMkLst>
          <pc:docMk/>
          <pc:sldMk cId="3894566077" sldId="267"/>
        </pc:sldMkLst>
        <pc:spChg chg="add del mod">
          <ac:chgData name="Sofia Torgovezky" userId="5fc8b4be-fc39-4290-9991-bfb6c0a880e2" providerId="ADAL" clId="{42487C1D-7798-42A4-9619-8280C9DE54F3}" dt="2026-05-22T19:18:45.867" v="504"/>
          <ac:spMkLst>
            <pc:docMk/>
            <pc:sldMk cId="3894566077" sldId="267"/>
            <ac:spMk id="2" creationId="{09CA1CA2-2B1B-DF70-E734-3EE1E14C796F}"/>
          </ac:spMkLst>
        </pc:spChg>
        <pc:spChg chg="add del mod">
          <ac:chgData name="Sofia Torgovezky" userId="5fc8b4be-fc39-4290-9991-bfb6c0a880e2" providerId="ADAL" clId="{42487C1D-7798-42A4-9619-8280C9DE54F3}" dt="2026-05-22T19:18:45.867" v="504"/>
          <ac:spMkLst>
            <pc:docMk/>
            <pc:sldMk cId="3894566077" sldId="267"/>
            <ac:spMk id="3" creationId="{ED1E5233-EB11-3D64-F95E-C1BAB9E77CF9}"/>
          </ac:spMkLst>
        </pc:spChg>
        <pc:spChg chg="add mod">
          <ac:chgData name="Sofia Torgovezky" userId="5fc8b4be-fc39-4290-9991-bfb6c0a880e2" providerId="ADAL" clId="{42487C1D-7798-42A4-9619-8280C9DE54F3}" dt="2026-05-22T18:36:50.123" v="450"/>
          <ac:spMkLst>
            <pc:docMk/>
            <pc:sldMk cId="3894566077" sldId="267"/>
            <ac:spMk id="4" creationId="{90BBBE7E-0D42-EC5B-A8C7-E4F69B41D063}"/>
          </ac:spMkLst>
        </pc:spChg>
        <pc:spChg chg="add mod">
          <ac:chgData name="Sofia Torgovezky" userId="5fc8b4be-fc39-4290-9991-bfb6c0a880e2" providerId="ADAL" clId="{42487C1D-7798-42A4-9619-8280C9DE54F3}" dt="2026-05-22T18:41:27.620" v="454"/>
          <ac:spMkLst>
            <pc:docMk/>
            <pc:sldMk cId="3894566077" sldId="267"/>
            <ac:spMk id="5" creationId="{6AB537F5-27FB-DB88-FC37-C5AE53B6E96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335257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675900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309096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512A73E-C8EA-4AA6-9622-80AC6EA76831}" type="datetimeFigureOut">
              <a:rPr lang="en-IL" smtClean="0"/>
              <a:t>22/05/2026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2260043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512A73E-C8EA-4AA6-9622-80AC6EA76831}" type="datetimeFigureOut">
              <a:rPr lang="en-IL" smtClean="0"/>
              <a:t>22/05/2026</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456268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512A73E-C8EA-4AA6-9622-80AC6EA76831}" type="datetimeFigureOut">
              <a:rPr lang="en-IL" smtClean="0"/>
              <a:t>22/05/2026</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349251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12A73E-C8EA-4AA6-9622-80AC6EA76831}" type="datetimeFigureOut">
              <a:rPr lang="en-IL" smtClean="0"/>
              <a:t>22/05/2026</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32227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512A73E-C8EA-4AA6-9622-80AC6EA76831}" type="datetimeFigureOut">
              <a:rPr lang="en-IL" smtClean="0"/>
              <a:t>22/05/2026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1967005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512A73E-C8EA-4AA6-9622-80AC6EA76831}" type="datetimeFigureOut">
              <a:rPr lang="en-IL" smtClean="0"/>
              <a:t>22/05/2026</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1551134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149660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0648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1772297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3877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2458403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918764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512A73E-C8EA-4AA6-9622-80AC6EA76831}" type="datetimeFigureOut">
              <a:rPr lang="en-IL" smtClean="0"/>
              <a:t>22/05/2026</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E17626E2-19CC-4F82-8F24-F284E96EF9A6}" type="slidenum">
              <a:rPr lang="en-IL" smtClean="0"/>
              <a:t>‹#›</a:t>
            </a:fld>
            <a:endParaRPr lang="en-IL"/>
          </a:p>
        </p:txBody>
      </p:sp>
    </p:spTree>
    <p:extLst>
      <p:ext uri="{BB962C8B-B14F-4D97-AF65-F5344CB8AC3E}">
        <p14:creationId xmlns:p14="http://schemas.microsoft.com/office/powerpoint/2010/main" val="93104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12A73E-C8EA-4AA6-9622-80AC6EA76831}" type="datetimeFigureOut">
              <a:rPr lang="en-IL" smtClean="0"/>
              <a:t>22/05/2026</a:t>
            </a:fld>
            <a:endParaRPr lang="en-I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E17626E2-19CC-4F82-8F24-F284E96EF9A6}" type="slidenum">
              <a:rPr lang="en-IL" smtClean="0"/>
              <a:t>‹#›</a:t>
            </a:fld>
            <a:endParaRPr lang="en-IL"/>
          </a:p>
        </p:txBody>
      </p:sp>
    </p:spTree>
    <p:extLst>
      <p:ext uri="{BB962C8B-B14F-4D97-AF65-F5344CB8AC3E}">
        <p14:creationId xmlns:p14="http://schemas.microsoft.com/office/powerpoint/2010/main" val="13702046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CA36-65B5-0B29-4100-9AEDD2C50C01}"/>
              </a:ext>
            </a:extLst>
          </p:cNvPr>
          <p:cNvSpPr>
            <a:spLocks noGrp="1"/>
          </p:cNvSpPr>
          <p:nvPr>
            <p:ph type="ctrTitle"/>
          </p:nvPr>
        </p:nvSpPr>
        <p:spPr/>
        <p:txBody>
          <a:bodyPr/>
          <a:lstStyle/>
          <a:p>
            <a:pPr algn="l"/>
            <a:r>
              <a:rPr lang="en-GB" dirty="0"/>
              <a:t>Meeting 2: </a:t>
            </a:r>
            <a:r>
              <a:rPr lang="en-US" dirty="0"/>
              <a:t>Sarcasm </a:t>
            </a:r>
            <a:r>
              <a:rPr lang="en-IL" dirty="0"/>
              <a:t>SIGN</a:t>
            </a:r>
          </a:p>
        </p:txBody>
      </p:sp>
      <p:sp>
        <p:nvSpPr>
          <p:cNvPr id="3" name="Subtitle 2">
            <a:extLst>
              <a:ext uri="{FF2B5EF4-FFF2-40B4-BE49-F238E27FC236}">
                <a16:creationId xmlns:a16="http://schemas.microsoft.com/office/drawing/2014/main" id="{04FE6F11-F52F-C266-6508-90D74880374C}"/>
              </a:ext>
            </a:extLst>
          </p:cNvPr>
          <p:cNvSpPr>
            <a:spLocks noGrp="1"/>
          </p:cNvSpPr>
          <p:nvPr>
            <p:ph type="subTitle" idx="1"/>
          </p:nvPr>
        </p:nvSpPr>
        <p:spPr/>
        <p:txBody>
          <a:bodyPr/>
          <a:lstStyle/>
          <a:p>
            <a:pPr algn="l"/>
            <a:r>
              <a:rPr lang="en-US" dirty="0"/>
              <a:t>Group 5: Anat, Sofia, Aya, </a:t>
            </a:r>
            <a:r>
              <a:rPr lang="en-US" dirty="0" err="1"/>
              <a:t>Yehoraz</a:t>
            </a:r>
            <a:endParaRPr lang="en-US" dirty="0"/>
          </a:p>
          <a:p>
            <a:pPr algn="l"/>
            <a:r>
              <a:rPr lang="en-US" dirty="0"/>
              <a:t>Supervisor: Lotem</a:t>
            </a:r>
          </a:p>
        </p:txBody>
      </p:sp>
    </p:spTree>
    <p:extLst>
      <p:ext uri="{BB962C8B-B14F-4D97-AF65-F5344CB8AC3E}">
        <p14:creationId xmlns:p14="http://schemas.microsoft.com/office/powerpoint/2010/main" val="2779746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6DC2F-D67C-573C-DE73-FF5D1993A004}"/>
              </a:ext>
            </a:extLst>
          </p:cNvPr>
          <p:cNvSpPr>
            <a:spLocks noGrp="1"/>
          </p:cNvSpPr>
          <p:nvPr>
            <p:ph type="title"/>
          </p:nvPr>
        </p:nvSpPr>
        <p:spPr/>
        <p:txBody>
          <a:bodyPr/>
          <a:lstStyle/>
          <a:p>
            <a:r>
              <a:rPr lang="en-US" dirty="0"/>
              <a:t>The original paper</a:t>
            </a:r>
            <a:endParaRPr lang="en-IL" dirty="0"/>
          </a:p>
        </p:txBody>
      </p:sp>
      <p:sp>
        <p:nvSpPr>
          <p:cNvPr id="3" name="Content Placeholder 2">
            <a:extLst>
              <a:ext uri="{FF2B5EF4-FFF2-40B4-BE49-F238E27FC236}">
                <a16:creationId xmlns:a16="http://schemas.microsoft.com/office/drawing/2014/main" id="{2DFFE05A-A6F5-6E01-2C8E-21CB014C3C55}"/>
              </a:ext>
            </a:extLst>
          </p:cNvPr>
          <p:cNvSpPr>
            <a:spLocks noGrp="1"/>
          </p:cNvSpPr>
          <p:nvPr>
            <p:ph idx="1"/>
          </p:nvPr>
        </p:nvSpPr>
        <p:spPr/>
        <p:txBody>
          <a:bodyPr/>
          <a:lstStyle/>
          <a:p>
            <a:pPr marL="0" indent="0">
              <a:buNone/>
            </a:pPr>
            <a:r>
              <a:rPr lang="en-GB" dirty="0"/>
              <a:t>This paper introduces the new task of </a:t>
            </a:r>
            <a:r>
              <a:rPr lang="en-GB" b="1" dirty="0"/>
              <a:t>sarcasm interpretation</a:t>
            </a:r>
            <a:r>
              <a:rPr lang="en-GB" dirty="0"/>
              <a:t>, which means converting sarcastic sentences into clear, non-sarcastic statements while keeping the original meaning and sentiment. </a:t>
            </a:r>
          </a:p>
          <a:p>
            <a:pPr marL="0" indent="0">
              <a:buNone/>
            </a:pPr>
            <a:r>
              <a:rPr lang="en-GB" dirty="0"/>
              <a:t>The researchers created </a:t>
            </a:r>
            <a:r>
              <a:rPr lang="en-IL" dirty="0"/>
              <a:t>a dataset of 3,000 sarcastic tweets and tested machine translation approaches</a:t>
            </a:r>
            <a:r>
              <a:rPr lang="en-GB" dirty="0"/>
              <a:t>. </a:t>
            </a:r>
          </a:p>
          <a:p>
            <a:pPr marL="0" indent="0">
              <a:buNone/>
            </a:pPr>
            <a:r>
              <a:rPr lang="en-GB" dirty="0"/>
              <a:t>The paper also presents a new model called </a:t>
            </a:r>
            <a:r>
              <a:rPr lang="en-GB" b="1" dirty="0"/>
              <a:t>SIGN</a:t>
            </a:r>
            <a:r>
              <a:rPr lang="en-GB" dirty="0"/>
              <a:t>, which focuses especially on sentiment-related words because they are central to sarcasm. </a:t>
            </a:r>
          </a:p>
          <a:p>
            <a:pPr marL="0" indent="0">
              <a:buNone/>
            </a:pPr>
            <a:r>
              <a:rPr lang="en-GB" dirty="0"/>
              <a:t>Results showed that although automatic evaluation metrics gave similar scores to all models, </a:t>
            </a:r>
            <a:r>
              <a:rPr lang="en-GB" b="1" dirty="0"/>
              <a:t>human evaluators preferred SIGN’s outputs</a:t>
            </a:r>
            <a:r>
              <a:rPr lang="en-GB" dirty="0"/>
              <a:t> because they preserved meaning and sentiment more accurately.</a:t>
            </a:r>
          </a:p>
          <a:p>
            <a:pPr marL="0" indent="0">
              <a:buNone/>
            </a:pPr>
            <a:endParaRPr lang="en-IL" dirty="0"/>
          </a:p>
        </p:txBody>
      </p:sp>
    </p:spTree>
    <p:extLst>
      <p:ext uri="{BB962C8B-B14F-4D97-AF65-F5344CB8AC3E}">
        <p14:creationId xmlns:p14="http://schemas.microsoft.com/office/powerpoint/2010/main" val="272040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F6A70-1E89-A187-931B-E1BE70755617}"/>
              </a:ext>
            </a:extLst>
          </p:cNvPr>
          <p:cNvSpPr>
            <a:spLocks noGrp="1"/>
          </p:cNvSpPr>
          <p:nvPr>
            <p:ph type="title"/>
          </p:nvPr>
        </p:nvSpPr>
        <p:spPr/>
        <p:txBody>
          <a:bodyPr>
            <a:normAutofit/>
          </a:bodyPr>
          <a:lstStyle/>
          <a:p>
            <a:r>
              <a:rPr lang="en-GB" dirty="0"/>
              <a:t>The first meeting with the supervisor</a:t>
            </a:r>
            <a:br>
              <a:rPr lang="en-GB" dirty="0"/>
            </a:br>
            <a:endParaRPr lang="en-IL" dirty="0"/>
          </a:p>
        </p:txBody>
      </p:sp>
      <p:sp>
        <p:nvSpPr>
          <p:cNvPr id="3" name="Content Placeholder 2">
            <a:extLst>
              <a:ext uri="{FF2B5EF4-FFF2-40B4-BE49-F238E27FC236}">
                <a16:creationId xmlns:a16="http://schemas.microsoft.com/office/drawing/2014/main" id="{1C851FB8-6CE0-50A4-CC04-8267EA0AC836}"/>
              </a:ext>
            </a:extLst>
          </p:cNvPr>
          <p:cNvSpPr>
            <a:spLocks noGrp="1"/>
          </p:cNvSpPr>
          <p:nvPr>
            <p:ph idx="1"/>
          </p:nvPr>
        </p:nvSpPr>
        <p:spPr/>
        <p:txBody>
          <a:bodyPr/>
          <a:lstStyle/>
          <a:p>
            <a:pPr marL="0" indent="0">
              <a:buNone/>
            </a:pPr>
            <a:r>
              <a:rPr lang="en-GB" dirty="0"/>
              <a:t>In the first meeting with Lotem, we discussed initial starting points for continuing the paper. We agreed that in the first stage, we would examine different AI models available on the market and compare their results on the same tests used in the paper.</a:t>
            </a:r>
            <a:endParaRPr lang="en-US" dirty="0"/>
          </a:p>
          <a:p>
            <a:pPr marL="0" indent="0">
              <a:buNone/>
            </a:pPr>
            <a:r>
              <a:rPr lang="en-GB" dirty="0"/>
              <a:t>We tried to select models that are as diverse as possible based on parameters such as open-source availability, country of origin, and other relevant characteristics.</a:t>
            </a:r>
          </a:p>
          <a:p>
            <a:pPr marL="0" indent="0">
              <a:buNone/>
            </a:pPr>
            <a:endParaRPr lang="en-GB" dirty="0"/>
          </a:p>
        </p:txBody>
      </p:sp>
    </p:spTree>
    <p:extLst>
      <p:ext uri="{BB962C8B-B14F-4D97-AF65-F5344CB8AC3E}">
        <p14:creationId xmlns:p14="http://schemas.microsoft.com/office/powerpoint/2010/main" val="1555361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D72C-D80D-27CB-D8EE-7D156F905C10}"/>
              </a:ext>
            </a:extLst>
          </p:cNvPr>
          <p:cNvSpPr>
            <a:spLocks noGrp="1"/>
          </p:cNvSpPr>
          <p:nvPr>
            <p:ph type="ctrTitle"/>
          </p:nvPr>
        </p:nvSpPr>
        <p:spPr/>
        <p:txBody>
          <a:bodyPr/>
          <a:lstStyle/>
          <a:p>
            <a:pPr algn="l"/>
            <a:r>
              <a:rPr lang="en-US" dirty="0"/>
              <a:t>The models we tested</a:t>
            </a:r>
            <a:endParaRPr lang="en-IL" dirty="0"/>
          </a:p>
        </p:txBody>
      </p:sp>
    </p:spTree>
    <p:extLst>
      <p:ext uri="{BB962C8B-B14F-4D97-AF65-F5344CB8AC3E}">
        <p14:creationId xmlns:p14="http://schemas.microsoft.com/office/powerpoint/2010/main" val="2308311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68427BC8-00E3-AA73-EED1-895D13E05C1C}"/>
              </a:ext>
            </a:extLst>
          </p:cNvPr>
          <p:cNvGraphicFramePr>
            <a:graphicFrameLocks noGrp="1"/>
          </p:cNvGraphicFramePr>
          <p:nvPr>
            <p:extLst>
              <p:ext uri="{D42A27DB-BD31-4B8C-83A1-F6EECF244321}">
                <p14:modId xmlns:p14="http://schemas.microsoft.com/office/powerpoint/2010/main" val="2131005430"/>
              </p:ext>
            </p:extLst>
          </p:nvPr>
        </p:nvGraphicFramePr>
        <p:xfrm>
          <a:off x="925745" y="796412"/>
          <a:ext cx="10469842" cy="5289756"/>
        </p:xfrm>
        <a:graphic>
          <a:graphicData uri="http://schemas.openxmlformats.org/drawingml/2006/table">
            <a:tbl>
              <a:tblPr>
                <a:noFill/>
              </a:tblPr>
              <a:tblGrid>
                <a:gridCol w="1595363">
                  <a:extLst>
                    <a:ext uri="{9D8B030D-6E8A-4147-A177-3AD203B41FA5}">
                      <a16:colId xmlns:a16="http://schemas.microsoft.com/office/drawing/2014/main" val="525603104"/>
                    </a:ext>
                  </a:extLst>
                </a:gridCol>
                <a:gridCol w="1042362">
                  <a:extLst>
                    <a:ext uri="{9D8B030D-6E8A-4147-A177-3AD203B41FA5}">
                      <a16:colId xmlns:a16="http://schemas.microsoft.com/office/drawing/2014/main" val="3012576073"/>
                    </a:ext>
                  </a:extLst>
                </a:gridCol>
                <a:gridCol w="916113">
                  <a:extLst>
                    <a:ext uri="{9D8B030D-6E8A-4147-A177-3AD203B41FA5}">
                      <a16:colId xmlns:a16="http://schemas.microsoft.com/office/drawing/2014/main" val="1972346871"/>
                    </a:ext>
                  </a:extLst>
                </a:gridCol>
                <a:gridCol w="1332198">
                  <a:extLst>
                    <a:ext uri="{9D8B030D-6E8A-4147-A177-3AD203B41FA5}">
                      <a16:colId xmlns:a16="http://schemas.microsoft.com/office/drawing/2014/main" val="1367676278"/>
                    </a:ext>
                  </a:extLst>
                </a:gridCol>
                <a:gridCol w="1380194">
                  <a:extLst>
                    <a:ext uri="{9D8B030D-6E8A-4147-A177-3AD203B41FA5}">
                      <a16:colId xmlns:a16="http://schemas.microsoft.com/office/drawing/2014/main" val="3458944562"/>
                    </a:ext>
                  </a:extLst>
                </a:gridCol>
                <a:gridCol w="4203612">
                  <a:extLst>
                    <a:ext uri="{9D8B030D-6E8A-4147-A177-3AD203B41FA5}">
                      <a16:colId xmlns:a16="http://schemas.microsoft.com/office/drawing/2014/main" val="2582071649"/>
                    </a:ext>
                  </a:extLst>
                </a:gridCol>
              </a:tblGrid>
              <a:tr h="583086">
                <a:tc>
                  <a:txBody>
                    <a:bodyPr/>
                    <a:lstStyle/>
                    <a:p>
                      <a:pPr rtl="0" fontAlgn="b">
                        <a:buNone/>
                      </a:pPr>
                      <a:r>
                        <a:rPr lang="en-IL" sz="1200" b="1" cap="none" spc="0" dirty="0">
                          <a:solidFill>
                            <a:schemeClr val="tx1"/>
                          </a:solidFill>
                          <a:effectLst/>
                        </a:rPr>
                        <a:t>Model Name</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rtl="0" fontAlgn="b">
                        <a:buNone/>
                      </a:pPr>
                      <a:r>
                        <a:rPr lang="en-IL" sz="1200" b="1" cap="none" spc="0">
                          <a:solidFill>
                            <a:schemeClr val="tx1"/>
                          </a:solidFill>
                          <a:effectLst/>
                        </a:rPr>
                        <a:t>Developer / Company</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rtl="0" fontAlgn="b">
                        <a:buNone/>
                      </a:pPr>
                      <a:r>
                        <a:rPr lang="en-IL" sz="1200" b="1" cap="none" spc="0">
                          <a:solidFill>
                            <a:schemeClr val="tx1"/>
                          </a:solidFill>
                          <a:effectLst/>
                        </a:rPr>
                        <a:t>Country of Origin</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rtl="0" fontAlgn="b">
                        <a:buNone/>
                      </a:pPr>
                      <a:r>
                        <a:rPr lang="en-IL" sz="1200" b="1" cap="none" spc="0">
                          <a:solidFill>
                            <a:schemeClr val="tx1"/>
                          </a:solidFill>
                          <a:effectLst/>
                        </a:rPr>
                        <a:t>Open Source?</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rtl="0" fontAlgn="b">
                        <a:buNone/>
                      </a:pPr>
                      <a:r>
                        <a:rPr lang="en-IL" sz="1200" b="1" cap="none" spc="0">
                          <a:solidFill>
                            <a:schemeClr val="tx1"/>
                          </a:solidFill>
                          <a:effectLst/>
                        </a:rPr>
                        <a:t>Parameter Count</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rtl="0" fontAlgn="b">
                        <a:buNone/>
                      </a:pPr>
                      <a:r>
                        <a:rPr lang="en-IL" sz="1200" b="1" cap="none" spc="0" dirty="0">
                          <a:solidFill>
                            <a:schemeClr val="tx1"/>
                          </a:solidFill>
                          <a:effectLst/>
                        </a:rPr>
                        <a:t>Key Specialization &amp; Uniqueness</a:t>
                      </a:r>
                    </a:p>
                  </a:txBody>
                  <a:tcPr marL="1119" marR="1119" marT="76653" marB="746" anchor="b">
                    <a:lnL w="12700" cmpd="sng">
                      <a:noFill/>
                      <a:prstDash val="solid"/>
                    </a:lnL>
                    <a:lnR w="12700" cmpd="sng">
                      <a:noFill/>
                      <a:prstDash val="solid"/>
                    </a:lnR>
                    <a:lnT w="12700" cap="flat" cmpd="sng" algn="ctr">
                      <a:noFill/>
                      <a:prstDash val="solid"/>
                    </a:lnT>
                    <a:lnB w="12700" cmpd="sng">
                      <a:noFill/>
                      <a:prstDash val="solid"/>
                    </a:lnB>
                    <a:noFill/>
                  </a:tcPr>
                </a:tc>
                <a:extLst>
                  <a:ext uri="{0D108BD9-81ED-4DB2-BD59-A6C34878D82A}">
                    <a16:rowId xmlns:a16="http://schemas.microsoft.com/office/drawing/2014/main" val="2039375368"/>
                  </a:ext>
                </a:extLst>
              </a:tr>
              <a:tr h="806991">
                <a:tc>
                  <a:txBody>
                    <a:bodyPr/>
                    <a:lstStyle/>
                    <a:p>
                      <a:pPr rtl="0" fontAlgn="b">
                        <a:buNone/>
                      </a:pPr>
                      <a:r>
                        <a:rPr lang="en-IL" sz="1200" b="1" cap="none" spc="0" dirty="0">
                          <a:solidFill>
                            <a:schemeClr val="tx1"/>
                          </a:solidFill>
                          <a:effectLst/>
                        </a:rPr>
                        <a:t>Gemini 2.5 Flash Lite</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Google</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USA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No (Proprietary)</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Not disclosed (Lightweight)</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Optimized for ultra-low latency, high throughput, and cost-efficiency in multimodal tasks (text, audio, video). Ideal for real-time applications.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570539073"/>
                  </a:ext>
                </a:extLst>
              </a:tr>
              <a:tr h="1030896">
                <a:tc>
                  <a:txBody>
                    <a:bodyPr/>
                    <a:lstStyle/>
                    <a:p>
                      <a:pPr rtl="0" fontAlgn="b">
                        <a:buNone/>
                      </a:pPr>
                      <a:r>
                        <a:rPr lang="en-IL" sz="1200" b="1" cap="none" spc="0" dirty="0">
                          <a:solidFill>
                            <a:schemeClr val="tx1"/>
                          </a:solidFill>
                          <a:effectLst/>
                        </a:rPr>
                        <a:t>Baidu Qianfan OCR </a:t>
                      </a:r>
                      <a:r>
                        <a:rPr lang="en-IL" sz="1200" b="1" cap="none" spc="0" dirty="0" err="1">
                          <a:solidFill>
                            <a:schemeClr val="tx1"/>
                          </a:solidFill>
                          <a:effectLst/>
                        </a:rPr>
                        <a:t>FastFree</a:t>
                      </a:r>
                      <a:endParaRPr lang="en-IL" sz="1200" b="1" cap="none" spc="0" dirty="0">
                        <a:solidFill>
                          <a:schemeClr val="tx1"/>
                        </a:solidFill>
                        <a:effectLst/>
                      </a:endParaRP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Baidu</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China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No (Proprietary API)</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Not disclosed</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dirty="0">
                          <a:solidFill>
                            <a:schemeClr val="tx1"/>
                          </a:solidFill>
                          <a:effectLst/>
                        </a:rPr>
                        <a:t>Highly specialized for rapid, high-accuracy Optical Character Recognition (OCR). Exceptionally strong at processing Chinese/English bilingual text and complex document layouts.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10822493"/>
                  </a:ext>
                </a:extLst>
              </a:tr>
              <a:tr h="1030896">
                <a:tc>
                  <a:txBody>
                    <a:bodyPr/>
                    <a:lstStyle/>
                    <a:p>
                      <a:pPr rtl="0" fontAlgn="b">
                        <a:buNone/>
                      </a:pPr>
                      <a:r>
                        <a:rPr lang="en-IL" sz="1200" b="1" cap="none" spc="0" dirty="0">
                          <a:solidFill>
                            <a:schemeClr val="tx1"/>
                          </a:solidFill>
                          <a:effectLst/>
                        </a:rPr>
                        <a:t>Liquid LFM 2.5-1.2B Thinking</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Liquid AI</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USA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Yes (Open Weights)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1.2 Billion</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Built on Liquid Foundation Models (LFMs) using non-transformer architecture. Features native "thinking" or reasoning capabilities at an incredibly compact size, offering huge memory savings.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56130265"/>
                  </a:ext>
                </a:extLst>
              </a:tr>
              <a:tr h="806991">
                <a:tc>
                  <a:txBody>
                    <a:bodyPr/>
                    <a:lstStyle/>
                    <a:p>
                      <a:pPr rtl="0" fontAlgn="b">
                        <a:buNone/>
                      </a:pPr>
                      <a:r>
                        <a:rPr lang="en-IL" sz="1200" b="1" cap="none" spc="0" dirty="0">
                          <a:solidFill>
                            <a:schemeClr val="tx1"/>
                          </a:solidFill>
                          <a:effectLst/>
                        </a:rPr>
                        <a:t>Nvidia </a:t>
                      </a:r>
                      <a:r>
                        <a:rPr lang="en-IL" sz="1200" b="1" cap="none" spc="0" dirty="0" err="1">
                          <a:solidFill>
                            <a:schemeClr val="tx1"/>
                          </a:solidFill>
                          <a:effectLst/>
                        </a:rPr>
                        <a:t>Nemotron</a:t>
                      </a:r>
                      <a:r>
                        <a:rPr lang="en-IL" sz="1200" b="1" cap="none" spc="0" dirty="0">
                          <a:solidFill>
                            <a:schemeClr val="tx1"/>
                          </a:solidFill>
                          <a:effectLst/>
                        </a:rPr>
                        <a:t> Nano 9B v2</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NVIDIA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USA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Yes (Open Weights)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9 Billion</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On-device model optimized heavily for NVIDIA hardware. Specialized for high-quality response generation, tool-calling, and retrieval-augmented generation (RAG) pipelines.</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47148346"/>
                  </a:ext>
                </a:extLst>
              </a:tr>
              <a:tr h="1030896">
                <a:tc>
                  <a:txBody>
                    <a:bodyPr/>
                    <a:lstStyle/>
                    <a:p>
                      <a:pPr rtl="0" fontAlgn="b">
                        <a:buNone/>
                      </a:pPr>
                      <a:r>
                        <a:rPr lang="en-IL" sz="1200" b="1" cap="none" spc="0" dirty="0">
                          <a:solidFill>
                            <a:schemeClr val="tx1"/>
                          </a:solidFill>
                          <a:effectLst/>
                        </a:rPr>
                        <a:t>OpenAI GPT-OSS 20B</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OpenAI</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USA</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Yes (Open Source)</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a:solidFill>
                            <a:schemeClr val="tx1"/>
                          </a:solidFill>
                          <a:effectLst/>
                        </a:rPr>
                        <a:t>20 Billion</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tc>
                  <a:txBody>
                    <a:bodyPr/>
                    <a:lstStyle/>
                    <a:p>
                      <a:pPr rtl="0" fontAlgn="b">
                        <a:buNone/>
                      </a:pPr>
                      <a:r>
                        <a:rPr lang="en-IL" sz="1200" cap="none" spc="0" dirty="0">
                          <a:solidFill>
                            <a:schemeClr val="tx1"/>
                          </a:solidFill>
                          <a:effectLst/>
                        </a:rPr>
                        <a:t>A community-focused, open-source release by OpenAI designed to provide a highly capable, transparent baseline model for researchers and developers at a medium-scale capacity.</a:t>
                      </a:r>
                    </a:p>
                  </a:txBody>
                  <a:tcPr marL="1119" marR="1119" marT="76653" marB="746"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7270373"/>
                  </a:ext>
                </a:extLst>
              </a:tr>
            </a:tbl>
          </a:graphicData>
        </a:graphic>
      </p:graphicFrame>
    </p:spTree>
    <p:extLst>
      <p:ext uri="{BB962C8B-B14F-4D97-AF65-F5344CB8AC3E}">
        <p14:creationId xmlns:p14="http://schemas.microsoft.com/office/powerpoint/2010/main" val="347591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E938D-B93C-CF69-D761-5FFA0B7E5C4E}"/>
              </a:ext>
            </a:extLst>
          </p:cNvPr>
          <p:cNvSpPr>
            <a:spLocks noGrp="1"/>
          </p:cNvSpPr>
          <p:nvPr>
            <p:ph type="title"/>
          </p:nvPr>
        </p:nvSpPr>
        <p:spPr/>
        <p:txBody>
          <a:bodyPr/>
          <a:lstStyle/>
          <a:p>
            <a:r>
              <a:rPr lang="en-US" dirty="0"/>
              <a:t>What we did</a:t>
            </a:r>
            <a:endParaRPr lang="en-IL" dirty="0"/>
          </a:p>
        </p:txBody>
      </p:sp>
      <p:sp>
        <p:nvSpPr>
          <p:cNvPr id="3" name="Content Placeholder 2">
            <a:extLst>
              <a:ext uri="{FF2B5EF4-FFF2-40B4-BE49-F238E27FC236}">
                <a16:creationId xmlns:a16="http://schemas.microsoft.com/office/drawing/2014/main" id="{8FB2142E-04F0-CA3E-C3C8-AD4FB3C77D24}"/>
              </a:ext>
            </a:extLst>
          </p:cNvPr>
          <p:cNvSpPr>
            <a:spLocks noGrp="1"/>
          </p:cNvSpPr>
          <p:nvPr>
            <p:ph idx="1"/>
          </p:nvPr>
        </p:nvSpPr>
        <p:spPr/>
        <p:txBody>
          <a:bodyPr>
            <a:normAutofit/>
          </a:bodyPr>
          <a:lstStyle/>
          <a:p>
            <a:pPr marL="0" indent="0">
              <a:buNone/>
            </a:pPr>
            <a:r>
              <a:rPr lang="en-GB" dirty="0"/>
              <a:t>From the Git repository containing the results of the paper, we removed the results column and kept only the test tweets.</a:t>
            </a:r>
          </a:p>
          <a:p>
            <a:pPr marL="0" indent="0">
              <a:buNone/>
            </a:pPr>
            <a:r>
              <a:rPr lang="en-GB" dirty="0"/>
              <a:t>Then, for each model, we sent the test tweets using the following </a:t>
            </a:r>
            <a:r>
              <a:rPr lang="en-GB"/>
              <a:t>prompt:</a:t>
            </a:r>
            <a:br>
              <a:rPr lang="en-GB"/>
            </a:br>
            <a:r>
              <a:rPr lang="en-GB" b="1"/>
              <a:t>Task</a:t>
            </a:r>
            <a:r>
              <a:rPr lang="en-GB" b="1" dirty="0"/>
              <a:t>: Interpret the following sarcastic tweet.</a:t>
            </a:r>
            <a:br>
              <a:rPr lang="en-GB" b="1" dirty="0"/>
            </a:br>
            <a:r>
              <a:rPr lang="en-GB" b="1" dirty="0"/>
              <a:t>Goal: Write one natural, non-sarcastic sentence that preserves the intended meaning.</a:t>
            </a:r>
            <a:br>
              <a:rPr lang="en-GB" b="1" dirty="0"/>
            </a:br>
            <a:r>
              <a:rPr lang="en-GB" b="1" dirty="0"/>
              <a:t>Rules: Output only the interpretation. Do not explain. Do not mention sarcasm.</a:t>
            </a:r>
            <a:br>
              <a:rPr lang="en-GB" b="1" dirty="0"/>
            </a:br>
            <a:r>
              <a:rPr lang="en-GB" b="1" dirty="0"/>
              <a:t>Tweet: </a:t>
            </a:r>
            <a:endParaRPr lang="en-GB" dirty="0"/>
          </a:p>
          <a:p>
            <a:pPr marL="0" indent="0">
              <a:buNone/>
            </a:pPr>
            <a:r>
              <a:rPr lang="en-GB" dirty="0"/>
              <a:t>After a specific model produced outputs for all tweets, we calculated its scores using the same metrics used in the paper.</a:t>
            </a:r>
          </a:p>
          <a:p>
            <a:pPr marL="0" indent="0">
              <a:buNone/>
            </a:pPr>
            <a:endParaRPr lang="en-IL" dirty="0"/>
          </a:p>
        </p:txBody>
      </p:sp>
    </p:spTree>
    <p:extLst>
      <p:ext uri="{BB962C8B-B14F-4D97-AF65-F5344CB8AC3E}">
        <p14:creationId xmlns:p14="http://schemas.microsoft.com/office/powerpoint/2010/main" val="1052596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7F0A-DC71-DD54-BF61-C99A24943A0D}"/>
              </a:ext>
            </a:extLst>
          </p:cNvPr>
          <p:cNvSpPr>
            <a:spLocks noGrp="1"/>
          </p:cNvSpPr>
          <p:nvPr>
            <p:ph type="title"/>
          </p:nvPr>
        </p:nvSpPr>
        <p:spPr/>
        <p:txBody>
          <a:bodyPr/>
          <a:lstStyle/>
          <a:p>
            <a:r>
              <a:rPr lang="en-US" dirty="0"/>
              <a:t>Evaluation metrics</a:t>
            </a:r>
            <a:endParaRPr lang="en-IL" dirty="0"/>
          </a:p>
        </p:txBody>
      </p:sp>
      <p:sp>
        <p:nvSpPr>
          <p:cNvPr id="3" name="Content Placeholder 2">
            <a:extLst>
              <a:ext uri="{FF2B5EF4-FFF2-40B4-BE49-F238E27FC236}">
                <a16:creationId xmlns:a16="http://schemas.microsoft.com/office/drawing/2014/main" id="{5AF70E0A-F5E1-54BF-1DA9-B9C6FA79BCB8}"/>
              </a:ext>
            </a:extLst>
          </p:cNvPr>
          <p:cNvSpPr>
            <a:spLocks noGrp="1"/>
          </p:cNvSpPr>
          <p:nvPr>
            <p:ph idx="1"/>
          </p:nvPr>
        </p:nvSpPr>
        <p:spPr>
          <a:xfrm>
            <a:off x="677333" y="1396181"/>
            <a:ext cx="9105763" cy="5034116"/>
          </a:xfrm>
        </p:spPr>
        <p:txBody>
          <a:bodyPr>
            <a:normAutofit fontScale="92500" lnSpcReduction="10000"/>
          </a:bodyPr>
          <a:lstStyle/>
          <a:p>
            <a:r>
              <a:rPr lang="en-IL" b="1" dirty="0"/>
              <a:t>BLEU (Precision-Oriented):</a:t>
            </a:r>
            <a:br>
              <a:rPr lang="en-IL" dirty="0"/>
            </a:br>
            <a:r>
              <a:rPr lang="en-IL" dirty="0"/>
              <a:t>measures how much the generated text matches the reference text in terms of exact word sequences (n-grams). It is precision-oriented, meaning it rewards outputs that reuse the same wording as the reference. A low BLEU score suggests the model’s output differs significantly in phrasing from the reference.</a:t>
            </a:r>
            <a:endParaRPr lang="en-US" dirty="0"/>
          </a:p>
          <a:p>
            <a:r>
              <a:rPr lang="en-IL" b="1" dirty="0"/>
              <a:t>ROUGE (Recall-Oriented):</a:t>
            </a:r>
            <a:br>
              <a:rPr lang="en-IL" dirty="0"/>
            </a:br>
            <a:r>
              <a:rPr lang="en-IL" dirty="0"/>
              <a:t>measures how much of the reference content is covered by the generated text, focusing on recall rather than exact wording. ROUGE-1 looks at single-word overlap, while ROUGE-2 looks at word pairs, making it stricter for phrasing. </a:t>
            </a:r>
            <a:r>
              <a:rPr lang="en-US" dirty="0"/>
              <a:t>Low</a:t>
            </a:r>
            <a:r>
              <a:rPr lang="en-IL" dirty="0"/>
              <a:t> scores indicate limited overlap with the reference content.</a:t>
            </a:r>
            <a:endParaRPr lang="en-US" dirty="0"/>
          </a:p>
          <a:p>
            <a:r>
              <a:rPr lang="en-IL" b="1" dirty="0"/>
              <a:t>PINC (Novelty-Oriented):</a:t>
            </a:r>
            <a:br>
              <a:rPr lang="en-IL" dirty="0"/>
            </a:br>
            <a:r>
              <a:rPr lang="en-IL" dirty="0"/>
              <a:t>measures how different the generated text is from the reference, focusing on paraphrasing and novelty. A high score means the model is not copying the reference structure or wording closely. </a:t>
            </a:r>
            <a:r>
              <a:rPr lang="en-US" dirty="0"/>
              <a:t>Hogh</a:t>
            </a:r>
            <a:r>
              <a:rPr lang="en-IL" dirty="0"/>
              <a:t> score</a:t>
            </a:r>
            <a:r>
              <a:rPr lang="en-US" dirty="0"/>
              <a:t> </a:t>
            </a:r>
            <a:r>
              <a:rPr lang="en-IL" dirty="0"/>
              <a:t>suggests the output is highly diverse and heavily rephrased.</a:t>
            </a:r>
            <a:endParaRPr lang="en-US" dirty="0"/>
          </a:p>
          <a:p>
            <a:r>
              <a:rPr lang="en-GB" b="1" dirty="0"/>
              <a:t>Combined Score (PINC * sig(BLEU)):</a:t>
            </a:r>
            <a:br>
              <a:rPr lang="en-GB" dirty="0"/>
            </a:br>
            <a:r>
              <a:rPr lang="en-GB" dirty="0"/>
              <a:t>balances creativity and accuracy. It is designed to reward outputs that are both different from the reference and still somewhat aligned in meaning. </a:t>
            </a:r>
            <a:endParaRPr lang="en-IL" dirty="0"/>
          </a:p>
        </p:txBody>
      </p:sp>
    </p:spTree>
    <p:extLst>
      <p:ext uri="{BB962C8B-B14F-4D97-AF65-F5344CB8AC3E}">
        <p14:creationId xmlns:p14="http://schemas.microsoft.com/office/powerpoint/2010/main" val="3496799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7796-18BE-7B8F-4497-4D5994035270}"/>
              </a:ext>
            </a:extLst>
          </p:cNvPr>
          <p:cNvSpPr>
            <a:spLocks noGrp="1"/>
          </p:cNvSpPr>
          <p:nvPr>
            <p:ph type="ctrTitle"/>
          </p:nvPr>
        </p:nvSpPr>
        <p:spPr/>
        <p:txBody>
          <a:bodyPr/>
          <a:lstStyle/>
          <a:p>
            <a:pPr algn="l"/>
            <a:r>
              <a:rPr lang="en-US" dirty="0"/>
              <a:t>Results</a:t>
            </a:r>
            <a:endParaRPr lang="en-IL" dirty="0"/>
          </a:p>
        </p:txBody>
      </p:sp>
    </p:spTree>
    <p:extLst>
      <p:ext uri="{BB962C8B-B14F-4D97-AF65-F5344CB8AC3E}">
        <p14:creationId xmlns:p14="http://schemas.microsoft.com/office/powerpoint/2010/main" val="235742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DEB1A5-3228-21A5-2F1D-15B4BFA5DCC6}"/>
              </a:ext>
            </a:extLst>
          </p:cNvPr>
          <p:cNvSpPr>
            <a:spLocks noGrp="1"/>
          </p:cNvSpPr>
          <p:nvPr>
            <p:ph type="body" idx="1"/>
          </p:nvPr>
        </p:nvSpPr>
        <p:spPr>
          <a:xfrm>
            <a:off x="331616" y="302686"/>
            <a:ext cx="3642666" cy="576262"/>
          </a:xfrm>
        </p:spPr>
        <p:txBody>
          <a:bodyPr/>
          <a:lstStyle/>
          <a:p>
            <a:r>
              <a:rPr lang="en-US" sz="1800" b="1" dirty="0"/>
              <a:t>Gemini 2.5 Flash Lite</a:t>
            </a:r>
          </a:p>
        </p:txBody>
      </p:sp>
      <p:sp>
        <p:nvSpPr>
          <p:cNvPr id="4" name="Content Placeholder 3">
            <a:extLst>
              <a:ext uri="{FF2B5EF4-FFF2-40B4-BE49-F238E27FC236}">
                <a16:creationId xmlns:a16="http://schemas.microsoft.com/office/drawing/2014/main" id="{7C0ED440-A7C1-78E5-B89A-845BE8B0E4F1}"/>
              </a:ext>
            </a:extLst>
          </p:cNvPr>
          <p:cNvSpPr>
            <a:spLocks noGrp="1"/>
          </p:cNvSpPr>
          <p:nvPr>
            <p:ph sz="half" idx="2"/>
          </p:nvPr>
        </p:nvSpPr>
        <p:spPr>
          <a:xfrm>
            <a:off x="331616" y="878948"/>
            <a:ext cx="3642666" cy="2070729"/>
          </a:xfrm>
        </p:spPr>
        <p:txBody>
          <a:bodyPr>
            <a:normAutofit/>
          </a:bodyPr>
          <a:lstStyle/>
          <a:p>
            <a:pPr marL="0" indent="0">
              <a:buNone/>
            </a:pPr>
            <a:r>
              <a:rPr lang="en-GB" sz="1600" dirty="0"/>
              <a:t>Precision Oriented (BLEU):    4.25</a:t>
            </a:r>
          </a:p>
          <a:p>
            <a:pPr marL="0" indent="0">
              <a:buNone/>
            </a:pPr>
            <a:r>
              <a:rPr lang="en-GB" sz="1600" dirty="0"/>
              <a:t>Recall Oriented (ROUGE-1):    29.20</a:t>
            </a:r>
          </a:p>
          <a:p>
            <a:pPr marL="0" indent="0">
              <a:buNone/>
            </a:pPr>
            <a:r>
              <a:rPr lang="en-GB" sz="1600" dirty="0"/>
              <a:t>Recall Oriented (ROUGE-2):    11.17</a:t>
            </a:r>
          </a:p>
          <a:p>
            <a:pPr marL="0" indent="0">
              <a:buNone/>
            </a:pPr>
            <a:r>
              <a:rPr lang="en-GB" sz="1600" dirty="0"/>
              <a:t>Novelty Oriented (PINC):      74.62</a:t>
            </a:r>
          </a:p>
          <a:p>
            <a:pPr marL="0" indent="0">
              <a:buNone/>
            </a:pPr>
            <a:r>
              <a:rPr lang="en-GB" sz="1600" dirty="0"/>
              <a:t>Combined (PINC * sig(BLEU)): 38.10</a:t>
            </a:r>
            <a:endParaRPr lang="en-IL" sz="1600" dirty="0"/>
          </a:p>
        </p:txBody>
      </p:sp>
      <p:sp>
        <p:nvSpPr>
          <p:cNvPr id="5" name="Text Placeholder 4">
            <a:extLst>
              <a:ext uri="{FF2B5EF4-FFF2-40B4-BE49-F238E27FC236}">
                <a16:creationId xmlns:a16="http://schemas.microsoft.com/office/drawing/2014/main" id="{2B36E613-DC12-3167-9570-2FD6A225C633}"/>
              </a:ext>
            </a:extLst>
          </p:cNvPr>
          <p:cNvSpPr>
            <a:spLocks noGrp="1"/>
          </p:cNvSpPr>
          <p:nvPr>
            <p:ph type="body" sz="quarter" idx="3"/>
          </p:nvPr>
        </p:nvSpPr>
        <p:spPr>
          <a:xfrm>
            <a:off x="4274669" y="302686"/>
            <a:ext cx="3642662" cy="576262"/>
          </a:xfrm>
        </p:spPr>
        <p:txBody>
          <a:bodyPr/>
          <a:lstStyle/>
          <a:p>
            <a:r>
              <a:rPr lang="en-US" sz="1800" b="1" dirty="0"/>
              <a:t>Baidu Qianfan OCR </a:t>
            </a:r>
            <a:r>
              <a:rPr lang="en-US" sz="1800" b="1" dirty="0" err="1"/>
              <a:t>FastFree</a:t>
            </a:r>
            <a:endParaRPr lang="en-US" sz="1800" b="1" dirty="0"/>
          </a:p>
        </p:txBody>
      </p:sp>
      <p:sp>
        <p:nvSpPr>
          <p:cNvPr id="6" name="Content Placeholder 5">
            <a:extLst>
              <a:ext uri="{FF2B5EF4-FFF2-40B4-BE49-F238E27FC236}">
                <a16:creationId xmlns:a16="http://schemas.microsoft.com/office/drawing/2014/main" id="{2FFFA36B-4DFB-468C-02EA-C49AD27E68A5}"/>
              </a:ext>
            </a:extLst>
          </p:cNvPr>
          <p:cNvSpPr>
            <a:spLocks noGrp="1"/>
          </p:cNvSpPr>
          <p:nvPr>
            <p:ph sz="quarter" idx="4"/>
          </p:nvPr>
        </p:nvSpPr>
        <p:spPr>
          <a:xfrm>
            <a:off x="4274670" y="878948"/>
            <a:ext cx="3642661" cy="2070729"/>
          </a:xfrm>
        </p:spPr>
        <p:txBody>
          <a:bodyPr>
            <a:normAutofit/>
          </a:bodyPr>
          <a:lstStyle/>
          <a:p>
            <a:pPr marL="0" indent="0">
              <a:buNone/>
            </a:pPr>
            <a:r>
              <a:rPr lang="en-GB" sz="1600" dirty="0"/>
              <a:t>Precision Oriented (BLEU):    6.14</a:t>
            </a:r>
          </a:p>
          <a:p>
            <a:pPr marL="0" indent="0">
              <a:buNone/>
            </a:pPr>
            <a:r>
              <a:rPr lang="en-GB" sz="1600" dirty="0"/>
              <a:t>Recall Oriented (ROUGE-1):    37.65</a:t>
            </a:r>
          </a:p>
          <a:p>
            <a:pPr marL="0" indent="0">
              <a:buNone/>
            </a:pPr>
            <a:r>
              <a:rPr lang="en-GB" sz="1600" dirty="0"/>
              <a:t>Recall Oriented (ROUGE-2):    17.14</a:t>
            </a:r>
          </a:p>
          <a:p>
            <a:pPr marL="0" indent="0">
              <a:buNone/>
            </a:pPr>
            <a:r>
              <a:rPr lang="en-GB" sz="1600" dirty="0"/>
              <a:t>Novelty Oriented (PINC):      73.76</a:t>
            </a:r>
          </a:p>
          <a:p>
            <a:pPr marL="0" indent="0">
              <a:buNone/>
            </a:pPr>
            <a:r>
              <a:rPr lang="en-GB" sz="1600" dirty="0"/>
              <a:t>Combined (PINC * sig(BLEU)): 38.01</a:t>
            </a:r>
            <a:endParaRPr lang="en-IL" sz="1600" dirty="0"/>
          </a:p>
        </p:txBody>
      </p:sp>
      <p:sp>
        <p:nvSpPr>
          <p:cNvPr id="7" name="Text Placeholder 2">
            <a:extLst>
              <a:ext uri="{FF2B5EF4-FFF2-40B4-BE49-F238E27FC236}">
                <a16:creationId xmlns:a16="http://schemas.microsoft.com/office/drawing/2014/main" id="{A738D51F-3EC4-B37A-FDFD-500C332A7E3E}"/>
              </a:ext>
            </a:extLst>
          </p:cNvPr>
          <p:cNvSpPr txBox="1">
            <a:spLocks/>
          </p:cNvSpPr>
          <p:nvPr/>
        </p:nvSpPr>
        <p:spPr>
          <a:xfrm>
            <a:off x="331616" y="3021306"/>
            <a:ext cx="3642666" cy="576262"/>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r>
              <a:rPr lang="en-US" sz="1800" b="1" dirty="0"/>
              <a:t>Liquid LFM 2.5-1.2B Thinking</a:t>
            </a:r>
          </a:p>
        </p:txBody>
      </p:sp>
      <p:sp>
        <p:nvSpPr>
          <p:cNvPr id="8" name="Content Placeholder 3">
            <a:extLst>
              <a:ext uri="{FF2B5EF4-FFF2-40B4-BE49-F238E27FC236}">
                <a16:creationId xmlns:a16="http://schemas.microsoft.com/office/drawing/2014/main" id="{201B3650-6D88-80D9-055D-785E62F70FBF}"/>
              </a:ext>
            </a:extLst>
          </p:cNvPr>
          <p:cNvSpPr txBox="1">
            <a:spLocks/>
          </p:cNvSpPr>
          <p:nvPr/>
        </p:nvSpPr>
        <p:spPr>
          <a:xfrm>
            <a:off x="331616" y="3597568"/>
            <a:ext cx="3642666" cy="20707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1600" dirty="0"/>
              <a:t>Precision Oriented (BLEU):    1.14</a:t>
            </a:r>
          </a:p>
          <a:p>
            <a:pPr marL="0" indent="0">
              <a:buNone/>
            </a:pPr>
            <a:r>
              <a:rPr lang="en-GB" sz="1600" dirty="0"/>
              <a:t>Recall Oriented (ROUGE-1):    10.57</a:t>
            </a:r>
          </a:p>
          <a:p>
            <a:pPr marL="0" indent="0">
              <a:buNone/>
            </a:pPr>
            <a:r>
              <a:rPr lang="en-GB" sz="1600" dirty="0"/>
              <a:t>Recall Oriented (ROUGE-2):    2.40</a:t>
            </a:r>
          </a:p>
          <a:p>
            <a:pPr marL="0" indent="0">
              <a:buNone/>
            </a:pPr>
            <a:r>
              <a:rPr lang="en-GB" sz="1600" dirty="0">
                <a:highlight>
                  <a:srgbClr val="FFFF00"/>
                </a:highlight>
              </a:rPr>
              <a:t>Novelty Oriented (PINC):      89.08</a:t>
            </a:r>
          </a:p>
          <a:p>
            <a:pPr marL="0" indent="0">
              <a:buNone/>
            </a:pPr>
            <a:r>
              <a:rPr lang="en-GB" sz="1600" dirty="0">
                <a:highlight>
                  <a:srgbClr val="FFFF00"/>
                </a:highlight>
              </a:rPr>
              <a:t>Combined (PINC * sig(BLEU)): 44.79</a:t>
            </a:r>
            <a:endParaRPr lang="en-IL" sz="1600" dirty="0">
              <a:highlight>
                <a:srgbClr val="FFFF00"/>
              </a:highlight>
            </a:endParaRPr>
          </a:p>
        </p:txBody>
      </p:sp>
      <p:sp>
        <p:nvSpPr>
          <p:cNvPr id="9" name="Text Placeholder 4">
            <a:extLst>
              <a:ext uri="{FF2B5EF4-FFF2-40B4-BE49-F238E27FC236}">
                <a16:creationId xmlns:a16="http://schemas.microsoft.com/office/drawing/2014/main" id="{AE1CFE56-3FE3-AC91-CDBB-9D6A5201A468}"/>
              </a:ext>
            </a:extLst>
          </p:cNvPr>
          <p:cNvSpPr txBox="1">
            <a:spLocks/>
          </p:cNvSpPr>
          <p:nvPr/>
        </p:nvSpPr>
        <p:spPr>
          <a:xfrm>
            <a:off x="4274669" y="3021306"/>
            <a:ext cx="3642662" cy="576262"/>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r>
              <a:rPr lang="es-ES" sz="1800" b="1" dirty="0"/>
              <a:t>Nvidia Nemotron Nano 9B v2</a:t>
            </a:r>
          </a:p>
        </p:txBody>
      </p:sp>
      <p:sp>
        <p:nvSpPr>
          <p:cNvPr id="10" name="Content Placeholder 5">
            <a:extLst>
              <a:ext uri="{FF2B5EF4-FFF2-40B4-BE49-F238E27FC236}">
                <a16:creationId xmlns:a16="http://schemas.microsoft.com/office/drawing/2014/main" id="{CFB54F20-3454-B3EE-4D16-97CB103A9AB3}"/>
              </a:ext>
            </a:extLst>
          </p:cNvPr>
          <p:cNvSpPr txBox="1">
            <a:spLocks/>
          </p:cNvSpPr>
          <p:nvPr/>
        </p:nvSpPr>
        <p:spPr>
          <a:xfrm>
            <a:off x="4274670" y="3597568"/>
            <a:ext cx="3642661" cy="20707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1600" dirty="0"/>
              <a:t>Precision Oriented (BLEU):    5.47</a:t>
            </a:r>
          </a:p>
          <a:p>
            <a:pPr marL="0" indent="0">
              <a:buNone/>
            </a:pPr>
            <a:r>
              <a:rPr lang="en-GB" sz="1600" dirty="0"/>
              <a:t>Recall Oriented (ROUGE-1):    34.52</a:t>
            </a:r>
          </a:p>
          <a:p>
            <a:pPr marL="0" indent="0">
              <a:buNone/>
            </a:pPr>
            <a:r>
              <a:rPr lang="en-GB" sz="1600" dirty="0"/>
              <a:t>Recall Oriented (ROUGE-2):    14.11</a:t>
            </a:r>
          </a:p>
          <a:p>
            <a:pPr marL="0" indent="0">
              <a:buNone/>
            </a:pPr>
            <a:r>
              <a:rPr lang="en-GB" sz="1600" dirty="0"/>
              <a:t>Novelty Oriented (PINC):      72.94</a:t>
            </a:r>
          </a:p>
          <a:p>
            <a:pPr marL="0" indent="0">
              <a:buNone/>
            </a:pPr>
            <a:r>
              <a:rPr lang="en-GB" sz="1600" dirty="0"/>
              <a:t>Combined (PINC * sig(BLEU)): 37.47</a:t>
            </a:r>
            <a:endParaRPr lang="en-IL" sz="1600" dirty="0"/>
          </a:p>
        </p:txBody>
      </p:sp>
      <p:sp>
        <p:nvSpPr>
          <p:cNvPr id="11" name="Text Placeholder 4">
            <a:extLst>
              <a:ext uri="{FF2B5EF4-FFF2-40B4-BE49-F238E27FC236}">
                <a16:creationId xmlns:a16="http://schemas.microsoft.com/office/drawing/2014/main" id="{41B08334-02B4-FAB7-43BC-35489EDDB10B}"/>
              </a:ext>
            </a:extLst>
          </p:cNvPr>
          <p:cNvSpPr txBox="1">
            <a:spLocks/>
          </p:cNvSpPr>
          <p:nvPr/>
        </p:nvSpPr>
        <p:spPr>
          <a:xfrm>
            <a:off x="8015843" y="1708700"/>
            <a:ext cx="3642662" cy="576262"/>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r>
              <a:rPr lang="es-ES" sz="1800" b="1" dirty="0"/>
              <a:t>OpenAI GPT-OSS 20B</a:t>
            </a:r>
          </a:p>
        </p:txBody>
      </p:sp>
      <p:sp>
        <p:nvSpPr>
          <p:cNvPr id="12" name="Content Placeholder 5">
            <a:extLst>
              <a:ext uri="{FF2B5EF4-FFF2-40B4-BE49-F238E27FC236}">
                <a16:creationId xmlns:a16="http://schemas.microsoft.com/office/drawing/2014/main" id="{C1FF367C-D512-00D4-DEEE-49848746ECB0}"/>
              </a:ext>
            </a:extLst>
          </p:cNvPr>
          <p:cNvSpPr txBox="1">
            <a:spLocks/>
          </p:cNvSpPr>
          <p:nvPr/>
        </p:nvSpPr>
        <p:spPr>
          <a:xfrm>
            <a:off x="8015844" y="2284962"/>
            <a:ext cx="3642661" cy="20707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1600" dirty="0">
                <a:highlight>
                  <a:srgbClr val="FFFF00"/>
                </a:highlight>
              </a:rPr>
              <a:t>Precision Oriented (BLEU):    6.64</a:t>
            </a:r>
          </a:p>
          <a:p>
            <a:pPr marL="0" indent="0">
              <a:buNone/>
            </a:pPr>
            <a:r>
              <a:rPr lang="en-GB" sz="1600" dirty="0">
                <a:highlight>
                  <a:srgbClr val="FFFF00"/>
                </a:highlight>
              </a:rPr>
              <a:t>Recall Oriented (ROUGE-1):    38.88</a:t>
            </a:r>
          </a:p>
          <a:p>
            <a:pPr marL="0" indent="0">
              <a:buNone/>
            </a:pPr>
            <a:r>
              <a:rPr lang="en-GB" sz="1600" dirty="0">
                <a:highlight>
                  <a:srgbClr val="FFFF00"/>
                </a:highlight>
              </a:rPr>
              <a:t>Recall Oriented (ROUGE-2):    17.20</a:t>
            </a:r>
          </a:p>
          <a:p>
            <a:pPr marL="0" indent="0">
              <a:buNone/>
            </a:pPr>
            <a:r>
              <a:rPr lang="en-GB" sz="1600" dirty="0"/>
              <a:t>Novelty Oriented (PINC):      67.02</a:t>
            </a:r>
          </a:p>
          <a:p>
            <a:pPr marL="0" indent="0">
              <a:buNone/>
            </a:pPr>
            <a:r>
              <a:rPr lang="en-GB" sz="1600" dirty="0"/>
              <a:t>Combined (PINC * sig(BLEU)): 34.62</a:t>
            </a:r>
            <a:endParaRPr lang="en-IL" sz="1600" dirty="0"/>
          </a:p>
        </p:txBody>
      </p:sp>
    </p:spTree>
    <p:extLst>
      <p:ext uri="{BB962C8B-B14F-4D97-AF65-F5344CB8AC3E}">
        <p14:creationId xmlns:p14="http://schemas.microsoft.com/office/powerpoint/2010/main" val="403482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D4DD-E335-35FB-9182-2C7658A43CF9}"/>
              </a:ext>
            </a:extLst>
          </p:cNvPr>
          <p:cNvSpPr>
            <a:spLocks noGrp="1"/>
          </p:cNvSpPr>
          <p:nvPr>
            <p:ph type="title"/>
          </p:nvPr>
        </p:nvSpPr>
        <p:spPr/>
        <p:txBody>
          <a:bodyPr>
            <a:normAutofit fontScale="90000"/>
          </a:bodyPr>
          <a:lstStyle/>
          <a:p>
            <a:r>
              <a:rPr lang="en-GB" dirty="0"/>
              <a:t>Considerations for selecting a model for further research</a:t>
            </a:r>
            <a:br>
              <a:rPr lang="en-GB" dirty="0"/>
            </a:br>
            <a:endParaRPr lang="en-IL" dirty="0"/>
          </a:p>
        </p:txBody>
      </p:sp>
      <p:sp>
        <p:nvSpPr>
          <p:cNvPr id="3" name="Content Placeholder 2">
            <a:extLst>
              <a:ext uri="{FF2B5EF4-FFF2-40B4-BE49-F238E27FC236}">
                <a16:creationId xmlns:a16="http://schemas.microsoft.com/office/drawing/2014/main" id="{2AB73E92-38D7-A3F9-7DB4-38EEBC185B07}"/>
              </a:ext>
            </a:extLst>
          </p:cNvPr>
          <p:cNvSpPr>
            <a:spLocks noGrp="1"/>
          </p:cNvSpPr>
          <p:nvPr>
            <p:ph idx="1"/>
          </p:nvPr>
        </p:nvSpPr>
        <p:spPr/>
        <p:txBody>
          <a:bodyPr>
            <a:normAutofit/>
          </a:bodyPr>
          <a:lstStyle/>
          <a:p>
            <a:pPr marL="0" indent="0">
              <a:buNone/>
            </a:pPr>
            <a:r>
              <a:rPr lang="en-GB" dirty="0"/>
              <a:t>The </a:t>
            </a:r>
            <a:r>
              <a:rPr lang="en-GB" b="1" dirty="0"/>
              <a:t>LFM</a:t>
            </a:r>
            <a:r>
              <a:rPr lang="en-GB" dirty="0"/>
              <a:t> model showed particularly high creativity, likely since it is based on a different architecture than transformers. However, it demonstrated low performance in terms of meaning and content preservation; therefore, it is very likely that this model is not suitable for further research.</a:t>
            </a:r>
          </a:p>
          <a:p>
            <a:pPr marL="0" indent="0">
              <a:buNone/>
            </a:pPr>
            <a:endParaRPr lang="en-GB" dirty="0"/>
          </a:p>
          <a:p>
            <a:pPr marL="0" indent="0">
              <a:buNone/>
            </a:pPr>
            <a:r>
              <a:rPr lang="en-GB" b="1" dirty="0"/>
              <a:t>GPT-OSS</a:t>
            </a:r>
            <a:r>
              <a:rPr lang="en-GB" dirty="0"/>
              <a:t> achieved high scores in terms of BLEU and ROUGE, which indicates that it is best at preserving the original structure and meaning of the sarcasm. Its PINC score is the lowest (67.02), indicating less “creativity” or diversity in phrasing (it tends to stick to familiar patterns). However, this might be the best option for us if the main goal is to translate the sentence with as few changes as possible.</a:t>
            </a:r>
          </a:p>
          <a:p>
            <a:pPr marL="0" indent="0">
              <a:buNone/>
            </a:pPr>
            <a:endParaRPr lang="en-IL" dirty="0"/>
          </a:p>
        </p:txBody>
      </p:sp>
    </p:spTree>
    <p:extLst>
      <p:ext uri="{BB962C8B-B14F-4D97-AF65-F5344CB8AC3E}">
        <p14:creationId xmlns:p14="http://schemas.microsoft.com/office/powerpoint/2010/main" val="143930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1CA2-2B1B-DF70-E734-3EE1E14C796F}"/>
              </a:ext>
            </a:extLst>
          </p:cNvPr>
          <p:cNvSpPr>
            <a:spLocks noGrp="1"/>
          </p:cNvSpPr>
          <p:nvPr>
            <p:ph type="title"/>
          </p:nvPr>
        </p:nvSpPr>
        <p:spPr/>
        <p:txBody>
          <a:bodyPr/>
          <a:lstStyle/>
          <a:p>
            <a:r>
              <a:rPr lang="en-US" dirty="0"/>
              <a:t>Ideas for further research</a:t>
            </a:r>
            <a:endParaRPr lang="en-IL" dirty="0"/>
          </a:p>
        </p:txBody>
      </p:sp>
      <p:sp>
        <p:nvSpPr>
          <p:cNvPr id="3" name="Content Placeholder 2">
            <a:extLst>
              <a:ext uri="{FF2B5EF4-FFF2-40B4-BE49-F238E27FC236}">
                <a16:creationId xmlns:a16="http://schemas.microsoft.com/office/drawing/2014/main" id="{ED1E5233-EB11-3D64-F95E-C1BAB9E77CF9}"/>
              </a:ext>
            </a:extLst>
          </p:cNvPr>
          <p:cNvSpPr>
            <a:spLocks noGrp="1"/>
          </p:cNvSpPr>
          <p:nvPr>
            <p:ph idx="1"/>
          </p:nvPr>
        </p:nvSpPr>
        <p:spPr/>
        <p:txBody>
          <a:bodyPr/>
          <a:lstStyle/>
          <a:p>
            <a:r>
              <a:rPr lang="en-GB" b="1" dirty="0"/>
              <a:t>Sarcasm-focused fine-tuning of the GPT model:</a:t>
            </a:r>
            <a:br>
              <a:rPr lang="en-GB" b="1" dirty="0"/>
            </a:br>
            <a:r>
              <a:rPr lang="en-GB" dirty="0"/>
              <a:t>Since this model showed the best performance compared to the others, and because we also have access to the original paper’s training data, this is a strong option for continuing the study.</a:t>
            </a:r>
          </a:p>
          <a:p>
            <a:endParaRPr lang="en-IL" dirty="0"/>
          </a:p>
        </p:txBody>
      </p:sp>
    </p:spTree>
    <p:extLst>
      <p:ext uri="{BB962C8B-B14F-4D97-AF65-F5344CB8AC3E}">
        <p14:creationId xmlns:p14="http://schemas.microsoft.com/office/powerpoint/2010/main" val="3894566077"/>
      </p:ext>
    </p:extLst>
  </p:cSld>
  <p:clrMapOvr>
    <a:masterClrMapping/>
  </p:clrMapOvr>
</p:sld>
</file>

<file path=ppt/theme/theme1.xml><?xml version="1.0" encoding="utf-8"?>
<a:theme xmlns:a="http://schemas.openxmlformats.org/drawingml/2006/main" name="Face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132</TotalTime>
  <Words>1101</Words>
  <Application>Microsoft Office PowerPoint</Application>
  <PresentationFormat>Widescreen</PresentationFormat>
  <Paragraphs>94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Meeting 2: Sarcasm SIGN</vt:lpstr>
      <vt:lpstr>The original paper</vt:lpstr>
      <vt:lpstr>The first meeting with the supervisor </vt:lpstr>
      <vt:lpstr>The models we tested</vt:lpstr>
      <vt:lpstr>PowerPoint Presentation</vt:lpstr>
      <vt:lpstr>What we did</vt:lpstr>
      <vt:lpstr>Evaluation metrics</vt:lpstr>
      <vt:lpstr>Results</vt:lpstr>
      <vt:lpstr>PowerPoint Presentation</vt:lpstr>
      <vt:lpstr>Considerations for selecting a model for further research </vt:lpstr>
      <vt:lpstr>Ideas for further research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Sofia Torgovezky</dc:creator>
  <cp:lastModifiedBy>Sofia Torgovezky</cp:lastModifiedBy>
  <cp:revision>1</cp:revision>
  <dcterms:created xsi:type="dcterms:W3CDTF">2026-05-22T16:51:44Z</dcterms:created>
  <dcterms:modified xsi:type="dcterms:W3CDTF">2026-05-22T19:19:37Z</dcterms:modified>
</cp:coreProperties>
</file>