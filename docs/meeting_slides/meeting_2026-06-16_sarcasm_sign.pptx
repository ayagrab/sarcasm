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0"/>
  </p:notesMasterIdLst>
  <p:sldIdLst>
    <p:sldId id="256" r:id="rId2"/>
    <p:sldId id="257" r:id="rId3"/>
    <p:sldId id="260" r:id="rId4"/>
    <p:sldId id="263" r:id="rId5"/>
    <p:sldId id="268" r:id="rId6"/>
    <p:sldId id="259" r:id="rId7"/>
    <p:sldId id="269" r:id="rId8"/>
    <p:sldId id="27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4CF816-73E9-4507-A0E4-078036DC14FB}" v="32" dt="2026-06-17T12:56:17.818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7" autoAdjust="0"/>
    <p:restoredTop sz="94660"/>
  </p:normalViewPr>
  <p:slideViewPr>
    <p:cSldViewPr snapToGrid="0">
      <p:cViewPr varScale="1">
        <p:scale>
          <a:sx n="78" d="100"/>
          <a:sy n="78" d="100"/>
        </p:scale>
        <p:origin x="78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fia Torgovezky" userId="5fc8b4be-fc39-4290-9991-bfb6c0a880e2" providerId="ADAL" clId="{42487C1D-7798-42A4-9619-8280C9DE54F3}"/>
    <pc:docChg chg="undo custSel addSld delSld modSld sldOrd">
      <pc:chgData name="Sofia Torgovezky" userId="5fc8b4be-fc39-4290-9991-bfb6c0a880e2" providerId="ADAL" clId="{42487C1D-7798-42A4-9619-8280C9DE54F3}" dt="2026-06-17T12:56:28.780" v="1095" actId="2062"/>
      <pc:docMkLst>
        <pc:docMk/>
      </pc:docMkLst>
      <pc:sldChg chg="modSp mod">
        <pc:chgData name="Sofia Torgovezky" userId="5fc8b4be-fc39-4290-9991-bfb6c0a880e2" providerId="ADAL" clId="{42487C1D-7798-42A4-9619-8280C9DE54F3}" dt="2026-06-16T09:52:21.652" v="0" actId="20577"/>
        <pc:sldMkLst>
          <pc:docMk/>
          <pc:sldMk cId="2779746470" sldId="256"/>
        </pc:sldMkLst>
        <pc:spChg chg="mod">
          <ac:chgData name="Sofia Torgovezky" userId="5fc8b4be-fc39-4290-9991-bfb6c0a880e2" providerId="ADAL" clId="{42487C1D-7798-42A4-9619-8280C9DE54F3}" dt="2026-06-16T09:52:21.652" v="0" actId="20577"/>
          <ac:spMkLst>
            <pc:docMk/>
            <pc:sldMk cId="2779746470" sldId="256"/>
            <ac:spMk id="2" creationId="{287ECA36-65B5-0B29-4100-9AEDD2C50C01}"/>
          </ac:spMkLst>
        </pc:spChg>
      </pc:sldChg>
      <pc:sldChg chg="modSp mod">
        <pc:chgData name="Sofia Torgovezky" userId="5fc8b4be-fc39-4290-9991-bfb6c0a880e2" providerId="ADAL" clId="{42487C1D-7798-42A4-9619-8280C9DE54F3}" dt="2026-06-17T12:02:46.013" v="877" actId="20577"/>
        <pc:sldMkLst>
          <pc:docMk/>
          <pc:sldMk cId="2720409076" sldId="257"/>
        </pc:sldMkLst>
        <pc:spChg chg="mod">
          <ac:chgData name="Sofia Torgovezky" userId="5fc8b4be-fc39-4290-9991-bfb6c0a880e2" providerId="ADAL" clId="{42487C1D-7798-42A4-9619-8280C9DE54F3}" dt="2026-06-16T09:53:13.255" v="28" actId="20577"/>
          <ac:spMkLst>
            <pc:docMk/>
            <pc:sldMk cId="2720409076" sldId="257"/>
            <ac:spMk id="2" creationId="{6D06DC2F-D67C-573C-DE73-FF5D1993A004}"/>
          </ac:spMkLst>
        </pc:spChg>
        <pc:spChg chg="mod">
          <ac:chgData name="Sofia Torgovezky" userId="5fc8b4be-fc39-4290-9991-bfb6c0a880e2" providerId="ADAL" clId="{42487C1D-7798-42A4-9619-8280C9DE54F3}" dt="2026-06-17T12:02:46.013" v="877" actId="20577"/>
          <ac:spMkLst>
            <pc:docMk/>
            <pc:sldMk cId="2720409076" sldId="257"/>
            <ac:spMk id="3" creationId="{2DFFE05A-A6F5-6E01-2C8E-21CB014C3C55}"/>
          </ac:spMkLst>
        </pc:spChg>
      </pc:sldChg>
      <pc:sldChg chg="modSp del mod">
        <pc:chgData name="Sofia Torgovezky" userId="5fc8b4be-fc39-4290-9991-bfb6c0a880e2" providerId="ADAL" clId="{42487C1D-7798-42A4-9619-8280C9DE54F3}" dt="2026-06-17T12:03:01.046" v="878" actId="2696"/>
        <pc:sldMkLst>
          <pc:docMk/>
          <pc:sldMk cId="1555361667" sldId="258"/>
        </pc:sldMkLst>
        <pc:spChg chg="mod">
          <ac:chgData name="Sofia Torgovezky" userId="5fc8b4be-fc39-4290-9991-bfb6c0a880e2" providerId="ADAL" clId="{42487C1D-7798-42A4-9619-8280C9DE54F3}" dt="2026-06-16T10:02:43.664" v="108" actId="20577"/>
          <ac:spMkLst>
            <pc:docMk/>
            <pc:sldMk cId="1555361667" sldId="258"/>
            <ac:spMk id="2" creationId="{EC3F6A70-1E89-A187-931B-E1BE70755617}"/>
          </ac:spMkLst>
        </pc:spChg>
        <pc:spChg chg="mod">
          <ac:chgData name="Sofia Torgovezky" userId="5fc8b4be-fc39-4290-9991-bfb6c0a880e2" providerId="ADAL" clId="{42487C1D-7798-42A4-9619-8280C9DE54F3}" dt="2026-06-16T10:17:37.418" v="607" actId="20577"/>
          <ac:spMkLst>
            <pc:docMk/>
            <pc:sldMk cId="1555361667" sldId="258"/>
            <ac:spMk id="3" creationId="{1C851FB8-6CE0-50A4-CC04-8267EA0AC836}"/>
          </ac:spMkLst>
        </pc:spChg>
      </pc:sldChg>
      <pc:sldChg chg="addSp delSp modSp add del mod">
        <pc:chgData name="Sofia Torgovezky" userId="5fc8b4be-fc39-4290-9991-bfb6c0a880e2" providerId="ADAL" clId="{42487C1D-7798-42A4-9619-8280C9DE54F3}" dt="2026-06-17T12:00:09.420" v="870" actId="20577"/>
        <pc:sldMkLst>
          <pc:docMk/>
          <pc:sldMk cId="3475915301" sldId="259"/>
        </pc:sldMkLst>
        <pc:spChg chg="add">
          <ac:chgData name="Sofia Torgovezky" userId="5fc8b4be-fc39-4290-9991-bfb6c0a880e2" providerId="ADAL" clId="{42487C1D-7798-42A4-9619-8280C9DE54F3}" dt="2026-06-16T10:08:37.168" v="471" actId="26606"/>
          <ac:spMkLst>
            <pc:docMk/>
            <pc:sldMk cId="3475915301" sldId="259"/>
            <ac:spMk id="19" creationId="{03E8462A-FEBA-4848-81CC-3F8DA3E477BE}"/>
          </ac:spMkLst>
        </pc:spChg>
        <pc:spChg chg="add">
          <ac:chgData name="Sofia Torgovezky" userId="5fc8b4be-fc39-4290-9991-bfb6c0a880e2" providerId="ADAL" clId="{42487C1D-7798-42A4-9619-8280C9DE54F3}" dt="2026-06-16T10:08:37.168" v="471" actId="26606"/>
          <ac:spMkLst>
            <pc:docMk/>
            <pc:sldMk cId="3475915301" sldId="259"/>
            <ac:spMk id="32" creationId="{7941F9B1-B01B-4A84-89D9-B169AEB4E456}"/>
          </ac:spMkLst>
        </pc:spChg>
        <pc:grpChg chg="add">
          <ac:chgData name="Sofia Torgovezky" userId="5fc8b4be-fc39-4290-9991-bfb6c0a880e2" providerId="ADAL" clId="{42487C1D-7798-42A4-9619-8280C9DE54F3}" dt="2026-06-16T10:08:37.168" v="471" actId="26606"/>
          <ac:grpSpMkLst>
            <pc:docMk/>
            <pc:sldMk cId="3475915301" sldId="259"/>
            <ac:grpSpMk id="7" creationId="{609316A9-990D-4EC3-A671-70EE5C1493A4}"/>
          </ac:grpSpMkLst>
        </pc:grpChg>
        <pc:grpChg chg="add">
          <ac:chgData name="Sofia Torgovezky" userId="5fc8b4be-fc39-4290-9991-bfb6c0a880e2" providerId="ADAL" clId="{42487C1D-7798-42A4-9619-8280C9DE54F3}" dt="2026-06-16T10:08:37.168" v="471" actId="26606"/>
          <ac:grpSpMkLst>
            <pc:docMk/>
            <pc:sldMk cId="3475915301" sldId="259"/>
            <ac:grpSpMk id="21" creationId="{2109F83F-40FE-4DB3-84CC-09FB3340D06D}"/>
          </ac:grpSpMkLst>
        </pc:grpChg>
        <pc:graphicFrameChg chg="add mod modGraphic">
          <ac:chgData name="Sofia Torgovezky" userId="5fc8b4be-fc39-4290-9991-bfb6c0a880e2" providerId="ADAL" clId="{42487C1D-7798-42A4-9619-8280C9DE54F3}" dt="2026-06-17T12:00:09.420" v="870" actId="20577"/>
          <ac:graphicFrameMkLst>
            <pc:docMk/>
            <pc:sldMk cId="3475915301" sldId="259"/>
            <ac:graphicFrameMk id="2" creationId="{DD51EA18-4077-5BA8-99EE-97F2497CC416}"/>
          </ac:graphicFrameMkLst>
        </pc:graphicFrameChg>
        <pc:graphicFrameChg chg="del modGraphic">
          <ac:chgData name="Sofia Torgovezky" userId="5fc8b4be-fc39-4290-9991-bfb6c0a880e2" providerId="ADAL" clId="{42487C1D-7798-42A4-9619-8280C9DE54F3}" dt="2026-06-16T10:06:35.969" v="466" actId="478"/>
          <ac:graphicFrameMkLst>
            <pc:docMk/>
            <pc:sldMk cId="3475915301" sldId="259"/>
            <ac:graphicFrameMk id="13" creationId="{68427BC8-00E3-AA73-EED1-895D13E05C1C}"/>
          </ac:graphicFrameMkLst>
        </pc:graphicFrameChg>
      </pc:sldChg>
      <pc:sldChg chg="modSp mod">
        <pc:chgData name="Sofia Torgovezky" userId="5fc8b4be-fc39-4290-9991-bfb6c0a880e2" providerId="ADAL" clId="{42487C1D-7798-42A4-9619-8280C9DE54F3}" dt="2026-06-16T10:19:25.422" v="640" actId="20577"/>
        <pc:sldMkLst>
          <pc:docMk/>
          <pc:sldMk cId="2308311218" sldId="260"/>
        </pc:sldMkLst>
        <pc:spChg chg="mod">
          <ac:chgData name="Sofia Torgovezky" userId="5fc8b4be-fc39-4290-9991-bfb6c0a880e2" providerId="ADAL" clId="{42487C1D-7798-42A4-9619-8280C9DE54F3}" dt="2026-06-16T10:19:25.422" v="640" actId="20577"/>
          <ac:spMkLst>
            <pc:docMk/>
            <pc:sldMk cId="2308311218" sldId="260"/>
            <ac:spMk id="2" creationId="{1E1CD72C-D80D-27CB-D8EE-7D156F905C10}"/>
          </ac:spMkLst>
        </pc:spChg>
      </pc:sldChg>
      <pc:sldChg chg="del">
        <pc:chgData name="Sofia Torgovezky" userId="5fc8b4be-fc39-4290-9991-bfb6c0a880e2" providerId="ADAL" clId="{42487C1D-7798-42A4-9619-8280C9DE54F3}" dt="2026-06-16T10:19:41.172" v="642" actId="2696"/>
        <pc:sldMkLst>
          <pc:docMk/>
          <pc:sldMk cId="3496799819" sldId="261"/>
        </pc:sldMkLst>
      </pc:sldChg>
      <pc:sldChg chg="del">
        <pc:chgData name="Sofia Torgovezky" userId="5fc8b4be-fc39-4290-9991-bfb6c0a880e2" providerId="ADAL" clId="{42487C1D-7798-42A4-9619-8280C9DE54F3}" dt="2026-06-16T10:19:36.112" v="641" actId="2696"/>
        <pc:sldMkLst>
          <pc:docMk/>
          <pc:sldMk cId="235742225" sldId="262"/>
        </pc:sldMkLst>
      </pc:sldChg>
      <pc:sldChg chg="addSp delSp modSp mod ord setBg">
        <pc:chgData name="Sofia Torgovezky" userId="5fc8b4be-fc39-4290-9991-bfb6c0a880e2" providerId="ADAL" clId="{42487C1D-7798-42A4-9619-8280C9DE54F3}" dt="2026-06-17T11:58:52.780" v="863"/>
        <pc:sldMkLst>
          <pc:docMk/>
          <pc:sldMk cId="1052596314" sldId="263"/>
        </pc:sldMkLst>
        <pc:spChg chg="mod">
          <ac:chgData name="Sofia Torgovezky" userId="5fc8b4be-fc39-4290-9991-bfb6c0a880e2" providerId="ADAL" clId="{42487C1D-7798-42A4-9619-8280C9DE54F3}" dt="2026-06-17T11:58:52.780" v="863"/>
          <ac:spMkLst>
            <pc:docMk/>
            <pc:sldMk cId="1052596314" sldId="263"/>
            <ac:spMk id="2" creationId="{7E7E938D-B93C-CF69-D761-5FFA0B7E5C4E}"/>
          </ac:spMkLst>
        </pc:spChg>
        <pc:spChg chg="del mod">
          <ac:chgData name="Sofia Torgovezky" userId="5fc8b4be-fc39-4290-9991-bfb6c0a880e2" providerId="ADAL" clId="{42487C1D-7798-42A4-9619-8280C9DE54F3}" dt="2026-06-16T10:13:05.634" v="546" actId="26606"/>
          <ac:spMkLst>
            <pc:docMk/>
            <pc:sldMk cId="1052596314" sldId="263"/>
            <ac:spMk id="3" creationId="{8FB2142E-04F0-CA3E-C3C8-AD4FB3C77D24}"/>
          </ac:spMkLst>
        </pc:spChg>
        <pc:spChg chg="add">
          <ac:chgData name="Sofia Torgovezky" userId="5fc8b4be-fc39-4290-9991-bfb6c0a880e2" providerId="ADAL" clId="{42487C1D-7798-42A4-9619-8280C9DE54F3}" dt="2026-06-16T10:13:35.314" v="547" actId="26606"/>
          <ac:spMkLst>
            <pc:docMk/>
            <pc:sldMk cId="1052596314" sldId="263"/>
            <ac:spMk id="10" creationId="{4D7B8F8F-4528-4480-AFA3-A006195F5AAC}"/>
          </ac:spMkLst>
        </pc:spChg>
        <pc:spChg chg="add">
          <ac:chgData name="Sofia Torgovezky" userId="5fc8b4be-fc39-4290-9991-bfb6c0a880e2" providerId="ADAL" clId="{42487C1D-7798-42A4-9619-8280C9DE54F3}" dt="2026-06-16T10:13:35.314" v="547" actId="26606"/>
          <ac:spMkLst>
            <pc:docMk/>
            <pc:sldMk cId="1052596314" sldId="263"/>
            <ac:spMk id="12" creationId="{4F8B2185-AE38-43EA-9FA9-E5378AD730D2}"/>
          </ac:spMkLst>
        </pc:spChg>
        <pc:spChg chg="add">
          <ac:chgData name="Sofia Torgovezky" userId="5fc8b4be-fc39-4290-9991-bfb6c0a880e2" providerId="ADAL" clId="{42487C1D-7798-42A4-9619-8280C9DE54F3}" dt="2026-06-16T10:13:35.314" v="547" actId="26606"/>
          <ac:spMkLst>
            <pc:docMk/>
            <pc:sldMk cId="1052596314" sldId="263"/>
            <ac:spMk id="14" creationId="{0D36BD5A-BF22-48CD-8A55-28B19177CE42}"/>
          </ac:spMkLst>
        </pc:spChg>
        <pc:graphicFrameChg chg="add mod">
          <ac:chgData name="Sofia Torgovezky" userId="5fc8b4be-fc39-4290-9991-bfb6c0a880e2" providerId="ADAL" clId="{42487C1D-7798-42A4-9619-8280C9DE54F3}" dt="2026-06-16T10:08:18.412" v="468"/>
          <ac:graphicFrameMkLst>
            <pc:docMk/>
            <pc:sldMk cId="1052596314" sldId="263"/>
            <ac:graphicFrameMk id="4" creationId="{25685E78-E4AB-4349-99A3-C4C8445B53B6}"/>
          </ac:graphicFrameMkLst>
        </pc:graphicFrameChg>
        <pc:graphicFrameChg chg="add mod modGraphic">
          <ac:chgData name="Sofia Torgovezky" userId="5fc8b4be-fc39-4290-9991-bfb6c0a880e2" providerId="ADAL" clId="{42487C1D-7798-42A4-9619-8280C9DE54F3}" dt="2026-06-16T10:16:24.832" v="571" actId="13926"/>
          <ac:graphicFrameMkLst>
            <pc:docMk/>
            <pc:sldMk cId="1052596314" sldId="263"/>
            <ac:graphicFrameMk id="5" creationId="{6BAEF8D5-F06B-D081-487D-37D5093E3B66}"/>
          </ac:graphicFrameMkLst>
        </pc:graphicFrameChg>
      </pc:sldChg>
      <pc:sldChg chg="del">
        <pc:chgData name="Sofia Torgovezky" userId="5fc8b4be-fc39-4290-9991-bfb6c0a880e2" providerId="ADAL" clId="{42487C1D-7798-42A4-9619-8280C9DE54F3}" dt="2026-06-16T10:19:36.112" v="641" actId="2696"/>
        <pc:sldMkLst>
          <pc:docMk/>
          <pc:sldMk cId="4034821554" sldId="265"/>
        </pc:sldMkLst>
      </pc:sldChg>
      <pc:sldChg chg="del">
        <pc:chgData name="Sofia Torgovezky" userId="5fc8b4be-fc39-4290-9991-bfb6c0a880e2" providerId="ADAL" clId="{42487C1D-7798-42A4-9619-8280C9DE54F3}" dt="2026-06-16T10:19:14.622" v="634" actId="2696"/>
        <pc:sldMkLst>
          <pc:docMk/>
          <pc:sldMk cId="1439309530" sldId="266"/>
        </pc:sldMkLst>
      </pc:sldChg>
      <pc:sldChg chg="del">
        <pc:chgData name="Sofia Torgovezky" userId="5fc8b4be-fc39-4290-9991-bfb6c0a880e2" providerId="ADAL" clId="{42487C1D-7798-42A4-9619-8280C9DE54F3}" dt="2026-06-16T10:19:14.622" v="634" actId="2696"/>
        <pc:sldMkLst>
          <pc:docMk/>
          <pc:sldMk cId="3894566077" sldId="267"/>
        </pc:sldMkLst>
      </pc:sldChg>
      <pc:sldChg chg="modSp new mod">
        <pc:chgData name="Sofia Torgovezky" userId="5fc8b4be-fc39-4290-9991-bfb6c0a880e2" providerId="ADAL" clId="{42487C1D-7798-42A4-9619-8280C9DE54F3}" dt="2026-06-16T10:34:59.722" v="766" actId="27636"/>
        <pc:sldMkLst>
          <pc:docMk/>
          <pc:sldMk cId="1340221209" sldId="268"/>
        </pc:sldMkLst>
        <pc:spChg chg="mod">
          <ac:chgData name="Sofia Torgovezky" userId="5fc8b4be-fc39-4290-9991-bfb6c0a880e2" providerId="ADAL" clId="{42487C1D-7798-42A4-9619-8280C9DE54F3}" dt="2026-06-16T10:18:47.643" v="633" actId="20577"/>
          <ac:spMkLst>
            <pc:docMk/>
            <pc:sldMk cId="1340221209" sldId="268"/>
            <ac:spMk id="2" creationId="{9FAAA76B-5043-91FE-7203-A5E2A17D4271}"/>
          </ac:spMkLst>
        </pc:spChg>
        <pc:spChg chg="mod">
          <ac:chgData name="Sofia Torgovezky" userId="5fc8b4be-fc39-4290-9991-bfb6c0a880e2" providerId="ADAL" clId="{42487C1D-7798-42A4-9619-8280C9DE54F3}" dt="2026-06-16T10:34:59.722" v="766" actId="27636"/>
          <ac:spMkLst>
            <pc:docMk/>
            <pc:sldMk cId="1340221209" sldId="268"/>
            <ac:spMk id="3" creationId="{24C071C8-E65A-2C65-C92D-4363FAD09D1C}"/>
          </ac:spMkLst>
        </pc:spChg>
      </pc:sldChg>
      <pc:sldChg chg="addSp delSp modSp new mod setBg">
        <pc:chgData name="Sofia Torgovezky" userId="5fc8b4be-fc39-4290-9991-bfb6c0a880e2" providerId="ADAL" clId="{42487C1D-7798-42A4-9619-8280C9DE54F3}" dt="2026-06-17T12:56:17.818" v="1093"/>
        <pc:sldMkLst>
          <pc:docMk/>
          <pc:sldMk cId="712931968" sldId="269"/>
        </pc:sldMkLst>
        <pc:spChg chg="mod">
          <ac:chgData name="Sofia Torgovezky" userId="5fc8b4be-fc39-4290-9991-bfb6c0a880e2" providerId="ADAL" clId="{42487C1D-7798-42A4-9619-8280C9DE54F3}" dt="2026-06-17T12:18:46.377" v="934" actId="14100"/>
          <ac:spMkLst>
            <pc:docMk/>
            <pc:sldMk cId="712931968" sldId="269"/>
            <ac:spMk id="2" creationId="{DBD928AB-40C7-6D5A-43A1-7E3DFB7355AB}"/>
          </ac:spMkLst>
        </pc:spChg>
        <pc:spChg chg="del">
          <ac:chgData name="Sofia Torgovezky" userId="5fc8b4be-fc39-4290-9991-bfb6c0a880e2" providerId="ADAL" clId="{42487C1D-7798-42A4-9619-8280C9DE54F3}" dt="2026-06-17T12:14:04.296" v="909"/>
          <ac:spMkLst>
            <pc:docMk/>
            <pc:sldMk cId="712931968" sldId="269"/>
            <ac:spMk id="3" creationId="{76512DE7-E83B-8FE0-5A6C-D111088E0243}"/>
          </ac:spMkLst>
        </pc:spChg>
        <pc:spChg chg="add del">
          <ac:chgData name="Sofia Torgovezky" userId="5fc8b4be-fc39-4290-9991-bfb6c0a880e2" providerId="ADAL" clId="{42487C1D-7798-42A4-9619-8280C9DE54F3}" dt="2026-06-17T12:15:03.289" v="915" actId="26606"/>
          <ac:spMkLst>
            <pc:docMk/>
            <pc:sldMk cId="712931968" sldId="269"/>
            <ac:spMk id="6" creationId="{4D7B8F8F-4528-4480-AFA3-A006195F5AAC}"/>
          </ac:spMkLst>
        </pc:spChg>
        <pc:spChg chg="add del">
          <ac:chgData name="Sofia Torgovezky" userId="5fc8b4be-fc39-4290-9991-bfb6c0a880e2" providerId="ADAL" clId="{42487C1D-7798-42A4-9619-8280C9DE54F3}" dt="2026-06-17T12:15:03.289" v="915" actId="26606"/>
          <ac:spMkLst>
            <pc:docMk/>
            <pc:sldMk cId="712931968" sldId="269"/>
            <ac:spMk id="7" creationId="{0D36BD5A-BF22-48CD-8A55-28B19177CE42}"/>
          </ac:spMkLst>
        </pc:spChg>
        <pc:spChg chg="add del">
          <ac:chgData name="Sofia Torgovezky" userId="5fc8b4be-fc39-4290-9991-bfb6c0a880e2" providerId="ADAL" clId="{42487C1D-7798-42A4-9619-8280C9DE54F3}" dt="2026-06-17T12:15:03.289" v="915" actId="26606"/>
          <ac:spMkLst>
            <pc:docMk/>
            <pc:sldMk cId="712931968" sldId="269"/>
            <ac:spMk id="11" creationId="{4F8B2185-AE38-43EA-9FA9-E5378AD730D2}"/>
          </ac:spMkLst>
        </pc:spChg>
        <pc:spChg chg="add">
          <ac:chgData name="Sofia Torgovezky" userId="5fc8b4be-fc39-4290-9991-bfb6c0a880e2" providerId="ADAL" clId="{42487C1D-7798-42A4-9619-8280C9DE54F3}" dt="2026-06-17T12:15:03.306" v="916" actId="26606"/>
          <ac:spMkLst>
            <pc:docMk/>
            <pc:sldMk cId="712931968" sldId="269"/>
            <ac:spMk id="21" creationId="{5AFB35D3-858E-4E79-BF76-43CADC0A2E54}"/>
          </ac:spMkLst>
        </pc:spChg>
        <pc:grpChg chg="add del">
          <ac:chgData name="Sofia Torgovezky" userId="5fc8b4be-fc39-4290-9991-bfb6c0a880e2" providerId="ADAL" clId="{42487C1D-7798-42A4-9619-8280C9DE54F3}" dt="2026-06-17T12:14:45.576" v="913" actId="26606"/>
          <ac:grpSpMkLst>
            <pc:docMk/>
            <pc:sldMk cId="712931968" sldId="269"/>
            <ac:grpSpMk id="9" creationId="{E09B7E24-271E-4A3A-9D65-EE95ED9723D3}"/>
          </ac:grpSpMkLst>
        </pc:grpChg>
        <pc:grpChg chg="add">
          <ac:chgData name="Sofia Torgovezky" userId="5fc8b4be-fc39-4290-9991-bfb6c0a880e2" providerId="ADAL" clId="{42487C1D-7798-42A4-9619-8280C9DE54F3}" dt="2026-06-17T12:15:03.306" v="916" actId="26606"/>
          <ac:grpSpMkLst>
            <pc:docMk/>
            <pc:sldMk cId="712931968" sldId="269"/>
            <ac:grpSpMk id="20" creationId="{E09B7E24-271E-4A3A-9D65-EE95ED9723D3}"/>
          </ac:grpSpMkLst>
        </pc:grpChg>
        <pc:graphicFrameChg chg="add mod modGraphic">
          <ac:chgData name="Sofia Torgovezky" userId="5fc8b4be-fc39-4290-9991-bfb6c0a880e2" providerId="ADAL" clId="{42487C1D-7798-42A4-9619-8280C9DE54F3}" dt="2026-06-17T12:56:17.818" v="1093"/>
          <ac:graphicFrameMkLst>
            <pc:docMk/>
            <pc:sldMk cId="712931968" sldId="269"/>
            <ac:graphicFrameMk id="4" creationId="{F8BD71BF-605B-D68D-D338-17B69DD8F808}"/>
          </ac:graphicFrameMkLst>
        </pc:graphicFrameChg>
      </pc:sldChg>
      <pc:sldChg chg="modSp add mod">
        <pc:chgData name="Sofia Torgovezky" userId="5fc8b4be-fc39-4290-9991-bfb6c0a880e2" providerId="ADAL" clId="{42487C1D-7798-42A4-9619-8280C9DE54F3}" dt="2026-06-17T12:56:28.780" v="1095" actId="2062"/>
        <pc:sldMkLst>
          <pc:docMk/>
          <pc:sldMk cId="3582275394" sldId="270"/>
        </pc:sldMkLst>
        <pc:spChg chg="mod">
          <ac:chgData name="Sofia Torgovezky" userId="5fc8b4be-fc39-4290-9991-bfb6c0a880e2" providerId="ADAL" clId="{42487C1D-7798-42A4-9619-8280C9DE54F3}" dt="2026-06-17T12:21:12.150" v="959" actId="20577"/>
          <ac:spMkLst>
            <pc:docMk/>
            <pc:sldMk cId="3582275394" sldId="270"/>
            <ac:spMk id="2" creationId="{1616489F-8139-9668-472B-07F59D867132}"/>
          </ac:spMkLst>
        </pc:spChg>
        <pc:graphicFrameChg chg="mod modGraphic">
          <ac:chgData name="Sofia Torgovezky" userId="5fc8b4be-fc39-4290-9991-bfb6c0a880e2" providerId="ADAL" clId="{42487C1D-7798-42A4-9619-8280C9DE54F3}" dt="2026-06-17T12:56:28.780" v="1095" actId="2062"/>
          <ac:graphicFrameMkLst>
            <pc:docMk/>
            <pc:sldMk cId="3582275394" sldId="270"/>
            <ac:graphicFrameMk id="4" creationId="{92E47195-4A41-B202-FC7C-F42A61FB4B43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60A95D-ECE6-4E98-8958-94EA68445633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25B7D3D-10D4-4918-900D-987859F4A0CB}">
      <dgm:prSet custT="1"/>
      <dgm:spPr/>
      <dgm:t>
        <a:bodyPr/>
        <a:lstStyle/>
        <a:p>
          <a:pPr algn="l"/>
          <a:r>
            <a:rPr lang="en-GB" sz="1800" b="1" dirty="0"/>
            <a:t>1</a:t>
          </a:r>
          <a:r>
            <a:rPr lang="en-GB" sz="1300" dirty="0"/>
            <a:t> </a:t>
          </a:r>
          <a:br>
            <a:rPr lang="en-GB" sz="1300" dirty="0"/>
          </a:br>
          <a:r>
            <a:rPr lang="en-GB" sz="1300" dirty="0"/>
            <a:t>Task: </a:t>
          </a:r>
          <a:r>
            <a:rPr lang="en-GB" sz="1300" dirty="0">
              <a:highlight>
                <a:srgbClr val="FFFF00"/>
              </a:highlight>
            </a:rPr>
            <a:t>Interpret</a:t>
          </a:r>
          <a:r>
            <a:rPr lang="en-GB" sz="1300" dirty="0"/>
            <a:t> the following sarcastic tweet.</a:t>
          </a:r>
          <a:br>
            <a:rPr lang="en-GB" sz="1300" dirty="0"/>
          </a:br>
          <a:r>
            <a:rPr lang="en-GB" sz="1300" dirty="0"/>
            <a:t>Goal: Write one natural, non-sarcastic sentence that preserves the intended meaning.</a:t>
          </a:r>
          <a:br>
            <a:rPr lang="en-GB" sz="1300" dirty="0"/>
          </a:br>
          <a:r>
            <a:rPr lang="en-GB" sz="1300" dirty="0"/>
            <a:t>Rules: Output only the interpretation. Do not explain. Do not mention sarcasm.</a:t>
          </a:r>
          <a:br>
            <a:rPr lang="en-GB" sz="1300" dirty="0"/>
          </a:br>
          <a:r>
            <a:rPr lang="en-GB" sz="1300" dirty="0"/>
            <a:t>Tweet: </a:t>
          </a:r>
          <a:endParaRPr lang="en-US" sz="1300" dirty="0"/>
        </a:p>
      </dgm:t>
    </dgm:pt>
    <dgm:pt modelId="{4C816A9D-9D34-481E-890E-9D4AAE62E210}" type="parTrans" cxnId="{4992379C-CEFB-4C3F-B65C-BD35CEA5E2C1}">
      <dgm:prSet/>
      <dgm:spPr/>
      <dgm:t>
        <a:bodyPr/>
        <a:lstStyle/>
        <a:p>
          <a:endParaRPr lang="en-US"/>
        </a:p>
      </dgm:t>
    </dgm:pt>
    <dgm:pt modelId="{61A7625C-1F7E-482C-A49C-A60E82B27A3E}" type="sibTrans" cxnId="{4992379C-CEFB-4C3F-B65C-BD35CEA5E2C1}">
      <dgm:prSet/>
      <dgm:spPr/>
      <dgm:t>
        <a:bodyPr/>
        <a:lstStyle/>
        <a:p>
          <a:endParaRPr lang="en-US"/>
        </a:p>
      </dgm:t>
    </dgm:pt>
    <dgm:pt modelId="{D7C1A99E-DF48-4BDA-8FE6-A2C26F4FD882}">
      <dgm:prSet custT="1"/>
      <dgm:spPr/>
      <dgm:t>
        <a:bodyPr/>
        <a:lstStyle/>
        <a:p>
          <a:pPr algn="l"/>
          <a:r>
            <a:rPr lang="en-GB" sz="1800" b="1" dirty="0"/>
            <a:t>2</a:t>
          </a:r>
          <a:br>
            <a:rPr lang="en-GB" sz="1300" dirty="0"/>
          </a:br>
          <a:r>
            <a:rPr lang="en-GB" sz="1300" dirty="0"/>
            <a:t>Task: </a:t>
          </a:r>
          <a:r>
            <a:rPr lang="en-GB" sz="1300" dirty="0">
              <a:highlight>
                <a:srgbClr val="FFFF00"/>
              </a:highlight>
            </a:rPr>
            <a:t>Translate</a:t>
          </a:r>
          <a:r>
            <a:rPr lang="en-GB" sz="1300" dirty="0"/>
            <a:t> the true meaning of this sarcastic tweet.</a:t>
          </a:r>
          <a:br>
            <a:rPr lang="en-GB" sz="1300" dirty="0"/>
          </a:br>
          <a:r>
            <a:rPr lang="en-GB" sz="1300" dirty="0"/>
            <a:t>Goal: Provide exactly one natural, non-sarcastic sentence that captures the author's real intent.</a:t>
          </a:r>
          <a:br>
            <a:rPr lang="en-GB" sz="1300" dirty="0"/>
          </a:br>
          <a:r>
            <a:rPr lang="en-GB" sz="1300" dirty="0"/>
            <a:t>Rules: Output only the sentence. No commentary.</a:t>
          </a:r>
          <a:endParaRPr lang="en-US" sz="1300" dirty="0"/>
        </a:p>
      </dgm:t>
    </dgm:pt>
    <dgm:pt modelId="{8AD0193C-2156-4EFC-A815-C0B5F08E7DDB}" type="parTrans" cxnId="{741FBF30-456D-4B6D-AAD3-9C3C3707A6F6}">
      <dgm:prSet/>
      <dgm:spPr/>
      <dgm:t>
        <a:bodyPr/>
        <a:lstStyle/>
        <a:p>
          <a:endParaRPr lang="en-US"/>
        </a:p>
      </dgm:t>
    </dgm:pt>
    <dgm:pt modelId="{4D370642-9202-4D26-BFC2-1AC2F8B9F84A}" type="sibTrans" cxnId="{741FBF30-456D-4B6D-AAD3-9C3C3707A6F6}">
      <dgm:prSet/>
      <dgm:spPr/>
      <dgm:t>
        <a:bodyPr/>
        <a:lstStyle/>
        <a:p>
          <a:endParaRPr lang="en-US"/>
        </a:p>
      </dgm:t>
    </dgm:pt>
    <dgm:pt modelId="{AA9C4FD4-BE5B-4944-98D2-F0D532B1FD87}">
      <dgm:prSet custT="1"/>
      <dgm:spPr/>
      <dgm:t>
        <a:bodyPr/>
        <a:lstStyle/>
        <a:p>
          <a:pPr algn="l"/>
          <a:r>
            <a:rPr lang="en-GB" sz="1800" b="1" dirty="0"/>
            <a:t>3</a:t>
          </a:r>
          <a:br>
            <a:rPr lang="en-GB" sz="1300" dirty="0"/>
          </a:br>
          <a:r>
            <a:rPr lang="en-GB" sz="1300" dirty="0"/>
            <a:t>The following tweet is sarcastic.</a:t>
          </a:r>
          <a:br>
            <a:rPr lang="en-GB" sz="1300" dirty="0"/>
          </a:br>
          <a:r>
            <a:rPr lang="en-GB" sz="1300" dirty="0">
              <a:highlight>
                <a:srgbClr val="FFFF00"/>
              </a:highlight>
            </a:rPr>
            <a:t>Rewrite</a:t>
          </a:r>
          <a:r>
            <a:rPr lang="en-GB" sz="1300" dirty="0"/>
            <a:t> it as a sincere statement that conveys the author's intended meaning.</a:t>
          </a:r>
          <a:br>
            <a:rPr lang="en-GB" sz="1300" dirty="0"/>
          </a:br>
          <a:r>
            <a:rPr lang="en-GB" sz="1300" dirty="0">
              <a:highlight>
                <a:srgbClr val="FFFF00"/>
              </a:highlight>
            </a:rPr>
            <a:t>Use proper spacing between words.</a:t>
          </a:r>
          <a:br>
            <a:rPr lang="en-GB" sz="1300" dirty="0">
              <a:highlight>
                <a:srgbClr val="FFFF00"/>
              </a:highlight>
            </a:rPr>
          </a:br>
          <a:r>
            <a:rPr lang="en-GB" sz="1300" dirty="0">
              <a:highlight>
                <a:srgbClr val="FFFF00"/>
              </a:highlight>
            </a:rPr>
            <a:t>Do not merge words together.</a:t>
          </a:r>
          <a:br>
            <a:rPr lang="en-GB" sz="1300" dirty="0">
              <a:highlight>
                <a:srgbClr val="FFFF00"/>
              </a:highlight>
            </a:rPr>
          </a:br>
          <a:r>
            <a:rPr lang="en-GB" sz="1300" dirty="0"/>
            <a:t>Output only one grammatical sentence.</a:t>
          </a:r>
          <a:br>
            <a:rPr lang="en-GB" sz="1300" dirty="0"/>
          </a:br>
          <a:r>
            <a:rPr lang="en-GB" sz="1300" dirty="0"/>
            <a:t>Tweet:</a:t>
          </a:r>
          <a:endParaRPr lang="en-US" sz="1300" dirty="0"/>
        </a:p>
      </dgm:t>
    </dgm:pt>
    <dgm:pt modelId="{F3F3204F-9BC7-4B89-82C0-0EDD8EA28B7F}" type="parTrans" cxnId="{5663AC90-1C47-4C50-9AAE-0C8EA52444BD}">
      <dgm:prSet/>
      <dgm:spPr/>
      <dgm:t>
        <a:bodyPr/>
        <a:lstStyle/>
        <a:p>
          <a:endParaRPr lang="en-US"/>
        </a:p>
      </dgm:t>
    </dgm:pt>
    <dgm:pt modelId="{9CD0F54F-F54F-49B7-AD6E-3A7297890C84}" type="sibTrans" cxnId="{5663AC90-1C47-4C50-9AAE-0C8EA52444BD}">
      <dgm:prSet/>
      <dgm:spPr/>
      <dgm:t>
        <a:bodyPr/>
        <a:lstStyle/>
        <a:p>
          <a:endParaRPr lang="en-US"/>
        </a:p>
      </dgm:t>
    </dgm:pt>
    <dgm:pt modelId="{8D9A1007-DD1A-4C9F-AB2A-206941D857B8}" type="pres">
      <dgm:prSet presAssocID="{7C60A95D-ECE6-4E98-8958-94EA6844563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2F6417B-90FF-49D8-AA5A-5B1A7AABD119}" type="pres">
      <dgm:prSet presAssocID="{A25B7D3D-10D4-4918-900D-987859F4A0CB}" presName="hierRoot1" presStyleCnt="0"/>
      <dgm:spPr/>
    </dgm:pt>
    <dgm:pt modelId="{CA2132A2-24A6-4C43-A4F2-66A3CA5F4653}" type="pres">
      <dgm:prSet presAssocID="{A25B7D3D-10D4-4918-900D-987859F4A0CB}" presName="composite" presStyleCnt="0"/>
      <dgm:spPr/>
    </dgm:pt>
    <dgm:pt modelId="{DC8A233F-A034-475C-86C4-0A9D9D264D6A}" type="pres">
      <dgm:prSet presAssocID="{A25B7D3D-10D4-4918-900D-987859F4A0CB}" presName="background" presStyleLbl="node0" presStyleIdx="0" presStyleCnt="3"/>
      <dgm:spPr/>
    </dgm:pt>
    <dgm:pt modelId="{6906C37D-B39B-4F7F-BC37-9B7FBF960AFD}" type="pres">
      <dgm:prSet presAssocID="{A25B7D3D-10D4-4918-900D-987859F4A0CB}" presName="text" presStyleLbl="fgAcc0" presStyleIdx="0" presStyleCnt="3">
        <dgm:presLayoutVars>
          <dgm:chPref val="3"/>
        </dgm:presLayoutVars>
      </dgm:prSet>
      <dgm:spPr/>
    </dgm:pt>
    <dgm:pt modelId="{CDDF22FC-CCE9-48BB-87EC-02345B2E2FCC}" type="pres">
      <dgm:prSet presAssocID="{A25B7D3D-10D4-4918-900D-987859F4A0CB}" presName="hierChild2" presStyleCnt="0"/>
      <dgm:spPr/>
    </dgm:pt>
    <dgm:pt modelId="{14645539-C7AB-4FA6-8FF9-C67DAA8A4D6D}" type="pres">
      <dgm:prSet presAssocID="{D7C1A99E-DF48-4BDA-8FE6-A2C26F4FD882}" presName="hierRoot1" presStyleCnt="0"/>
      <dgm:spPr/>
    </dgm:pt>
    <dgm:pt modelId="{E1D52B82-F2FD-419F-A472-8FAB5874C028}" type="pres">
      <dgm:prSet presAssocID="{D7C1A99E-DF48-4BDA-8FE6-A2C26F4FD882}" presName="composite" presStyleCnt="0"/>
      <dgm:spPr/>
    </dgm:pt>
    <dgm:pt modelId="{A7E33AB7-6B70-40A2-A063-2BF607F46EEB}" type="pres">
      <dgm:prSet presAssocID="{D7C1A99E-DF48-4BDA-8FE6-A2C26F4FD882}" presName="background" presStyleLbl="node0" presStyleIdx="1" presStyleCnt="3"/>
      <dgm:spPr/>
    </dgm:pt>
    <dgm:pt modelId="{B79A99E4-D1D7-4A3C-B76C-EE2F649F589D}" type="pres">
      <dgm:prSet presAssocID="{D7C1A99E-DF48-4BDA-8FE6-A2C26F4FD882}" presName="text" presStyleLbl="fgAcc0" presStyleIdx="1" presStyleCnt="3">
        <dgm:presLayoutVars>
          <dgm:chPref val="3"/>
        </dgm:presLayoutVars>
      </dgm:prSet>
      <dgm:spPr/>
    </dgm:pt>
    <dgm:pt modelId="{2C1D0815-B5E6-458A-B080-7244FFCD47DB}" type="pres">
      <dgm:prSet presAssocID="{D7C1A99E-DF48-4BDA-8FE6-A2C26F4FD882}" presName="hierChild2" presStyleCnt="0"/>
      <dgm:spPr/>
    </dgm:pt>
    <dgm:pt modelId="{53A0CDDD-446D-4B02-A70F-354559CAEA5F}" type="pres">
      <dgm:prSet presAssocID="{AA9C4FD4-BE5B-4944-98D2-F0D532B1FD87}" presName="hierRoot1" presStyleCnt="0"/>
      <dgm:spPr/>
    </dgm:pt>
    <dgm:pt modelId="{BE14A7D7-FA4D-4D71-8A46-AF4341457C73}" type="pres">
      <dgm:prSet presAssocID="{AA9C4FD4-BE5B-4944-98D2-F0D532B1FD87}" presName="composite" presStyleCnt="0"/>
      <dgm:spPr/>
    </dgm:pt>
    <dgm:pt modelId="{AFB553B8-2115-465F-A9C6-3A4E3B9B6EB7}" type="pres">
      <dgm:prSet presAssocID="{AA9C4FD4-BE5B-4944-98D2-F0D532B1FD87}" presName="background" presStyleLbl="node0" presStyleIdx="2" presStyleCnt="3"/>
      <dgm:spPr/>
    </dgm:pt>
    <dgm:pt modelId="{D8D27491-0F15-4695-8598-CA66AB0619BB}" type="pres">
      <dgm:prSet presAssocID="{AA9C4FD4-BE5B-4944-98D2-F0D532B1FD87}" presName="text" presStyleLbl="fgAcc0" presStyleIdx="2" presStyleCnt="3">
        <dgm:presLayoutVars>
          <dgm:chPref val="3"/>
        </dgm:presLayoutVars>
      </dgm:prSet>
      <dgm:spPr/>
    </dgm:pt>
    <dgm:pt modelId="{ED77EF09-A56D-4BD1-92DD-4BE6F1440085}" type="pres">
      <dgm:prSet presAssocID="{AA9C4FD4-BE5B-4944-98D2-F0D532B1FD87}" presName="hierChild2" presStyleCnt="0"/>
      <dgm:spPr/>
    </dgm:pt>
  </dgm:ptLst>
  <dgm:cxnLst>
    <dgm:cxn modelId="{741FBF30-456D-4B6D-AAD3-9C3C3707A6F6}" srcId="{7C60A95D-ECE6-4E98-8958-94EA68445633}" destId="{D7C1A99E-DF48-4BDA-8FE6-A2C26F4FD882}" srcOrd="1" destOrd="0" parTransId="{8AD0193C-2156-4EFC-A815-C0B5F08E7DDB}" sibTransId="{4D370642-9202-4D26-BFC2-1AC2F8B9F84A}"/>
    <dgm:cxn modelId="{3A4BBA71-34D7-4E29-9BA9-574D5402A026}" type="presOf" srcId="{D7C1A99E-DF48-4BDA-8FE6-A2C26F4FD882}" destId="{B79A99E4-D1D7-4A3C-B76C-EE2F649F589D}" srcOrd="0" destOrd="0" presId="urn:microsoft.com/office/officeart/2005/8/layout/hierarchy1"/>
    <dgm:cxn modelId="{54A3B08D-2EBB-4BFC-993A-6F6963E0BAA5}" type="presOf" srcId="{AA9C4FD4-BE5B-4944-98D2-F0D532B1FD87}" destId="{D8D27491-0F15-4695-8598-CA66AB0619BB}" srcOrd="0" destOrd="0" presId="urn:microsoft.com/office/officeart/2005/8/layout/hierarchy1"/>
    <dgm:cxn modelId="{5663AC90-1C47-4C50-9AAE-0C8EA52444BD}" srcId="{7C60A95D-ECE6-4E98-8958-94EA68445633}" destId="{AA9C4FD4-BE5B-4944-98D2-F0D532B1FD87}" srcOrd="2" destOrd="0" parTransId="{F3F3204F-9BC7-4B89-82C0-0EDD8EA28B7F}" sibTransId="{9CD0F54F-F54F-49B7-AD6E-3A7297890C84}"/>
    <dgm:cxn modelId="{4992379C-CEFB-4C3F-B65C-BD35CEA5E2C1}" srcId="{7C60A95D-ECE6-4E98-8958-94EA68445633}" destId="{A25B7D3D-10D4-4918-900D-987859F4A0CB}" srcOrd="0" destOrd="0" parTransId="{4C816A9D-9D34-481E-890E-9D4AAE62E210}" sibTransId="{61A7625C-1F7E-482C-A49C-A60E82B27A3E}"/>
    <dgm:cxn modelId="{C5A0ECB3-FC1B-477B-B1EA-353E3EE5D295}" type="presOf" srcId="{7C60A95D-ECE6-4E98-8958-94EA68445633}" destId="{8D9A1007-DD1A-4C9F-AB2A-206941D857B8}" srcOrd="0" destOrd="0" presId="urn:microsoft.com/office/officeart/2005/8/layout/hierarchy1"/>
    <dgm:cxn modelId="{A75961C6-8934-47A4-BF01-98A1A8D20D34}" type="presOf" srcId="{A25B7D3D-10D4-4918-900D-987859F4A0CB}" destId="{6906C37D-B39B-4F7F-BC37-9B7FBF960AFD}" srcOrd="0" destOrd="0" presId="urn:microsoft.com/office/officeart/2005/8/layout/hierarchy1"/>
    <dgm:cxn modelId="{DEB9DA60-DC05-421A-B68F-1D9D8ABBBCED}" type="presParOf" srcId="{8D9A1007-DD1A-4C9F-AB2A-206941D857B8}" destId="{E2F6417B-90FF-49D8-AA5A-5B1A7AABD119}" srcOrd="0" destOrd="0" presId="urn:microsoft.com/office/officeart/2005/8/layout/hierarchy1"/>
    <dgm:cxn modelId="{58C52C2C-BB9E-4725-A0D5-8EBE8AE8A89D}" type="presParOf" srcId="{E2F6417B-90FF-49D8-AA5A-5B1A7AABD119}" destId="{CA2132A2-24A6-4C43-A4F2-66A3CA5F4653}" srcOrd="0" destOrd="0" presId="urn:microsoft.com/office/officeart/2005/8/layout/hierarchy1"/>
    <dgm:cxn modelId="{E9FB78A5-3909-4A03-BBA1-535F118352CD}" type="presParOf" srcId="{CA2132A2-24A6-4C43-A4F2-66A3CA5F4653}" destId="{DC8A233F-A034-475C-86C4-0A9D9D264D6A}" srcOrd="0" destOrd="0" presId="urn:microsoft.com/office/officeart/2005/8/layout/hierarchy1"/>
    <dgm:cxn modelId="{C8EE6515-7433-4F7B-9712-2FCAF5C5CAB0}" type="presParOf" srcId="{CA2132A2-24A6-4C43-A4F2-66A3CA5F4653}" destId="{6906C37D-B39B-4F7F-BC37-9B7FBF960AFD}" srcOrd="1" destOrd="0" presId="urn:microsoft.com/office/officeart/2005/8/layout/hierarchy1"/>
    <dgm:cxn modelId="{43C5FCCA-D830-4E91-BCD3-0E4884D56009}" type="presParOf" srcId="{E2F6417B-90FF-49D8-AA5A-5B1A7AABD119}" destId="{CDDF22FC-CCE9-48BB-87EC-02345B2E2FCC}" srcOrd="1" destOrd="0" presId="urn:microsoft.com/office/officeart/2005/8/layout/hierarchy1"/>
    <dgm:cxn modelId="{3D5AF245-3392-405A-BA05-F9170565DFDD}" type="presParOf" srcId="{8D9A1007-DD1A-4C9F-AB2A-206941D857B8}" destId="{14645539-C7AB-4FA6-8FF9-C67DAA8A4D6D}" srcOrd="1" destOrd="0" presId="urn:microsoft.com/office/officeart/2005/8/layout/hierarchy1"/>
    <dgm:cxn modelId="{74960136-0B78-4EE2-BEE0-A84704120A60}" type="presParOf" srcId="{14645539-C7AB-4FA6-8FF9-C67DAA8A4D6D}" destId="{E1D52B82-F2FD-419F-A472-8FAB5874C028}" srcOrd="0" destOrd="0" presId="urn:microsoft.com/office/officeart/2005/8/layout/hierarchy1"/>
    <dgm:cxn modelId="{835C0B9B-2BC4-4551-A980-06C0D82172FF}" type="presParOf" srcId="{E1D52B82-F2FD-419F-A472-8FAB5874C028}" destId="{A7E33AB7-6B70-40A2-A063-2BF607F46EEB}" srcOrd="0" destOrd="0" presId="urn:microsoft.com/office/officeart/2005/8/layout/hierarchy1"/>
    <dgm:cxn modelId="{1D7E215E-3B86-4191-A1FB-03FD110FC688}" type="presParOf" srcId="{E1D52B82-F2FD-419F-A472-8FAB5874C028}" destId="{B79A99E4-D1D7-4A3C-B76C-EE2F649F589D}" srcOrd="1" destOrd="0" presId="urn:microsoft.com/office/officeart/2005/8/layout/hierarchy1"/>
    <dgm:cxn modelId="{3CF79484-F4CC-443C-A779-C0466C7F52E4}" type="presParOf" srcId="{14645539-C7AB-4FA6-8FF9-C67DAA8A4D6D}" destId="{2C1D0815-B5E6-458A-B080-7244FFCD47DB}" srcOrd="1" destOrd="0" presId="urn:microsoft.com/office/officeart/2005/8/layout/hierarchy1"/>
    <dgm:cxn modelId="{EE2E6EDF-2317-4BF1-8CD1-D16460A1B0AC}" type="presParOf" srcId="{8D9A1007-DD1A-4C9F-AB2A-206941D857B8}" destId="{53A0CDDD-446D-4B02-A70F-354559CAEA5F}" srcOrd="2" destOrd="0" presId="urn:microsoft.com/office/officeart/2005/8/layout/hierarchy1"/>
    <dgm:cxn modelId="{BB3F5D5F-CA68-4322-83D9-673C0F18DE26}" type="presParOf" srcId="{53A0CDDD-446D-4B02-A70F-354559CAEA5F}" destId="{BE14A7D7-FA4D-4D71-8A46-AF4341457C73}" srcOrd="0" destOrd="0" presId="urn:microsoft.com/office/officeart/2005/8/layout/hierarchy1"/>
    <dgm:cxn modelId="{26498966-A27A-4298-9B41-25B431206165}" type="presParOf" srcId="{BE14A7D7-FA4D-4D71-8A46-AF4341457C73}" destId="{AFB553B8-2115-465F-A9C6-3A4E3B9B6EB7}" srcOrd="0" destOrd="0" presId="urn:microsoft.com/office/officeart/2005/8/layout/hierarchy1"/>
    <dgm:cxn modelId="{BC638288-B9E7-4CBB-832A-0F5EEC6427D9}" type="presParOf" srcId="{BE14A7D7-FA4D-4D71-8A46-AF4341457C73}" destId="{D8D27491-0F15-4695-8598-CA66AB0619BB}" srcOrd="1" destOrd="0" presId="urn:microsoft.com/office/officeart/2005/8/layout/hierarchy1"/>
    <dgm:cxn modelId="{2C4220D3-3705-40E3-87C8-1A853408005E}" type="presParOf" srcId="{53A0CDDD-446D-4B02-A70F-354559CAEA5F}" destId="{ED77EF09-A56D-4BD1-92DD-4BE6F144008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8A233F-A034-475C-86C4-0A9D9D264D6A}">
      <dsp:nvSpPr>
        <dsp:cNvPr id="0" name=""/>
        <dsp:cNvSpPr/>
      </dsp:nvSpPr>
      <dsp:spPr>
        <a:xfrm>
          <a:off x="0" y="1285606"/>
          <a:ext cx="3103788" cy="19709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06C37D-B39B-4F7F-BC37-9B7FBF960AFD}">
      <dsp:nvSpPr>
        <dsp:cNvPr id="0" name=""/>
        <dsp:cNvSpPr/>
      </dsp:nvSpPr>
      <dsp:spPr>
        <a:xfrm>
          <a:off x="344865" y="1613228"/>
          <a:ext cx="3103788" cy="19709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1</a:t>
          </a:r>
          <a:r>
            <a:rPr lang="en-GB" sz="1300" kern="1200" dirty="0"/>
            <a:t> </a:t>
          </a:r>
          <a:br>
            <a:rPr lang="en-GB" sz="1300" kern="1200" dirty="0"/>
          </a:br>
          <a:r>
            <a:rPr lang="en-GB" sz="1300" kern="1200" dirty="0"/>
            <a:t>Task: </a:t>
          </a:r>
          <a:r>
            <a:rPr lang="en-GB" sz="1300" kern="1200" dirty="0">
              <a:highlight>
                <a:srgbClr val="FFFF00"/>
              </a:highlight>
            </a:rPr>
            <a:t>Interpret</a:t>
          </a:r>
          <a:r>
            <a:rPr lang="en-GB" sz="1300" kern="1200" dirty="0"/>
            <a:t> the following sarcastic tweet.</a:t>
          </a:r>
          <a:br>
            <a:rPr lang="en-GB" sz="1300" kern="1200" dirty="0"/>
          </a:br>
          <a:r>
            <a:rPr lang="en-GB" sz="1300" kern="1200" dirty="0"/>
            <a:t>Goal: Write one natural, non-sarcastic sentence that preserves the intended meaning.</a:t>
          </a:r>
          <a:br>
            <a:rPr lang="en-GB" sz="1300" kern="1200" dirty="0"/>
          </a:br>
          <a:r>
            <a:rPr lang="en-GB" sz="1300" kern="1200" dirty="0"/>
            <a:t>Rules: Output only the interpretation. Do not explain. Do not mention sarcasm.</a:t>
          </a:r>
          <a:br>
            <a:rPr lang="en-GB" sz="1300" kern="1200" dirty="0"/>
          </a:br>
          <a:r>
            <a:rPr lang="en-GB" sz="1300" kern="1200" dirty="0"/>
            <a:t>Tweet: </a:t>
          </a:r>
          <a:endParaRPr lang="en-US" sz="1300" kern="1200" dirty="0"/>
        </a:p>
      </dsp:txBody>
      <dsp:txXfrm>
        <a:off x="402591" y="1670954"/>
        <a:ext cx="2988336" cy="1855453"/>
      </dsp:txXfrm>
    </dsp:sp>
    <dsp:sp modelId="{A7E33AB7-6B70-40A2-A063-2BF607F46EEB}">
      <dsp:nvSpPr>
        <dsp:cNvPr id="0" name=""/>
        <dsp:cNvSpPr/>
      </dsp:nvSpPr>
      <dsp:spPr>
        <a:xfrm>
          <a:off x="3793519" y="1285606"/>
          <a:ext cx="3103788" cy="19709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9A99E4-D1D7-4A3C-B76C-EE2F649F589D}">
      <dsp:nvSpPr>
        <dsp:cNvPr id="0" name=""/>
        <dsp:cNvSpPr/>
      </dsp:nvSpPr>
      <dsp:spPr>
        <a:xfrm>
          <a:off x="4138385" y="1613228"/>
          <a:ext cx="3103788" cy="19709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2</a:t>
          </a:r>
          <a:br>
            <a:rPr lang="en-GB" sz="1300" kern="1200" dirty="0"/>
          </a:br>
          <a:r>
            <a:rPr lang="en-GB" sz="1300" kern="1200" dirty="0"/>
            <a:t>Task: </a:t>
          </a:r>
          <a:r>
            <a:rPr lang="en-GB" sz="1300" kern="1200" dirty="0">
              <a:highlight>
                <a:srgbClr val="FFFF00"/>
              </a:highlight>
            </a:rPr>
            <a:t>Translate</a:t>
          </a:r>
          <a:r>
            <a:rPr lang="en-GB" sz="1300" kern="1200" dirty="0"/>
            <a:t> the true meaning of this sarcastic tweet.</a:t>
          </a:r>
          <a:br>
            <a:rPr lang="en-GB" sz="1300" kern="1200" dirty="0"/>
          </a:br>
          <a:r>
            <a:rPr lang="en-GB" sz="1300" kern="1200" dirty="0"/>
            <a:t>Goal: Provide exactly one natural, non-sarcastic sentence that captures the author's real intent.</a:t>
          </a:r>
          <a:br>
            <a:rPr lang="en-GB" sz="1300" kern="1200" dirty="0"/>
          </a:br>
          <a:r>
            <a:rPr lang="en-GB" sz="1300" kern="1200" dirty="0"/>
            <a:t>Rules: Output only the sentence. No commentary.</a:t>
          </a:r>
          <a:endParaRPr lang="en-US" sz="1300" kern="1200" dirty="0"/>
        </a:p>
      </dsp:txBody>
      <dsp:txXfrm>
        <a:off x="4196111" y="1670954"/>
        <a:ext cx="2988336" cy="1855453"/>
      </dsp:txXfrm>
    </dsp:sp>
    <dsp:sp modelId="{AFB553B8-2115-465F-A9C6-3A4E3B9B6EB7}">
      <dsp:nvSpPr>
        <dsp:cNvPr id="0" name=""/>
        <dsp:cNvSpPr/>
      </dsp:nvSpPr>
      <dsp:spPr>
        <a:xfrm>
          <a:off x="7587039" y="1285606"/>
          <a:ext cx="3103788" cy="19709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D27491-0F15-4695-8598-CA66AB0619BB}">
      <dsp:nvSpPr>
        <dsp:cNvPr id="0" name=""/>
        <dsp:cNvSpPr/>
      </dsp:nvSpPr>
      <dsp:spPr>
        <a:xfrm>
          <a:off x="7931905" y="1613228"/>
          <a:ext cx="3103788" cy="19709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3</a:t>
          </a:r>
          <a:br>
            <a:rPr lang="en-GB" sz="1300" kern="1200" dirty="0"/>
          </a:br>
          <a:r>
            <a:rPr lang="en-GB" sz="1300" kern="1200" dirty="0"/>
            <a:t>The following tweet is sarcastic.</a:t>
          </a:r>
          <a:br>
            <a:rPr lang="en-GB" sz="1300" kern="1200" dirty="0"/>
          </a:br>
          <a:r>
            <a:rPr lang="en-GB" sz="1300" kern="1200" dirty="0">
              <a:highlight>
                <a:srgbClr val="FFFF00"/>
              </a:highlight>
            </a:rPr>
            <a:t>Rewrite</a:t>
          </a:r>
          <a:r>
            <a:rPr lang="en-GB" sz="1300" kern="1200" dirty="0"/>
            <a:t> it as a sincere statement that conveys the author's intended meaning.</a:t>
          </a:r>
          <a:br>
            <a:rPr lang="en-GB" sz="1300" kern="1200" dirty="0"/>
          </a:br>
          <a:r>
            <a:rPr lang="en-GB" sz="1300" kern="1200" dirty="0">
              <a:highlight>
                <a:srgbClr val="FFFF00"/>
              </a:highlight>
            </a:rPr>
            <a:t>Use proper spacing between words.</a:t>
          </a:r>
          <a:br>
            <a:rPr lang="en-GB" sz="1300" kern="1200" dirty="0">
              <a:highlight>
                <a:srgbClr val="FFFF00"/>
              </a:highlight>
            </a:rPr>
          </a:br>
          <a:r>
            <a:rPr lang="en-GB" sz="1300" kern="1200" dirty="0">
              <a:highlight>
                <a:srgbClr val="FFFF00"/>
              </a:highlight>
            </a:rPr>
            <a:t>Do not merge words together.</a:t>
          </a:r>
          <a:br>
            <a:rPr lang="en-GB" sz="1300" kern="1200" dirty="0">
              <a:highlight>
                <a:srgbClr val="FFFF00"/>
              </a:highlight>
            </a:rPr>
          </a:br>
          <a:r>
            <a:rPr lang="en-GB" sz="1300" kern="1200" dirty="0"/>
            <a:t>Output only one grammatical sentence.</a:t>
          </a:r>
          <a:br>
            <a:rPr lang="en-GB" sz="1300" kern="1200" dirty="0"/>
          </a:br>
          <a:r>
            <a:rPr lang="en-GB" sz="1300" kern="1200" dirty="0"/>
            <a:t>Tweet:</a:t>
          </a:r>
          <a:endParaRPr lang="en-US" sz="1300" kern="1200" dirty="0"/>
        </a:p>
      </dsp:txBody>
      <dsp:txXfrm>
        <a:off x="7989631" y="1670954"/>
        <a:ext cx="2988336" cy="18554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9D7E5E-A0A0-42B0-BDE6-239B3215F295}" type="datetimeFigureOut">
              <a:rPr lang="en-IL" smtClean="0"/>
              <a:t>17/06/2026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F032A1-8121-4809-904A-89DBB5B546B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36926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A73E-C8EA-4AA6-9622-80AC6EA76831}" type="datetimeFigureOut">
              <a:rPr lang="en-IL" smtClean="0"/>
              <a:t>17/06/2026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626E2-19CC-4F82-8F24-F284E96EF9A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52577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A73E-C8EA-4AA6-9622-80AC6EA76831}" type="datetimeFigureOut">
              <a:rPr lang="en-IL" smtClean="0"/>
              <a:t>17/06/2026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626E2-19CC-4F82-8F24-F284E96EF9A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75900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A73E-C8EA-4AA6-9622-80AC6EA76831}" type="datetimeFigureOut">
              <a:rPr lang="en-IL" smtClean="0"/>
              <a:t>17/06/2026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626E2-19CC-4F82-8F24-F284E96EF9A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90965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A73E-C8EA-4AA6-9622-80AC6EA76831}" type="datetimeFigureOut">
              <a:rPr lang="en-IL" smtClean="0"/>
              <a:t>17/06/2026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626E2-19CC-4F82-8F24-F284E96EF9A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60043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A73E-C8EA-4AA6-9622-80AC6EA76831}" type="datetimeFigureOut">
              <a:rPr lang="en-IL" smtClean="0"/>
              <a:t>17/06/2026</a:t>
            </a:fld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626E2-19CC-4F82-8F24-F284E96EF9A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56268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A73E-C8EA-4AA6-9622-80AC6EA76831}" type="datetimeFigureOut">
              <a:rPr lang="en-IL" smtClean="0"/>
              <a:t>17/06/2026</a:t>
            </a:fld>
            <a:endParaRPr lang="en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626E2-19CC-4F82-8F24-F284E96EF9A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92517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A73E-C8EA-4AA6-9622-80AC6EA76831}" type="datetimeFigureOut">
              <a:rPr lang="en-IL" smtClean="0"/>
              <a:t>17/06/2026</a:t>
            </a:fld>
            <a:endParaRPr lang="en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626E2-19CC-4F82-8F24-F284E96EF9A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2275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A73E-C8EA-4AA6-9622-80AC6EA76831}" type="datetimeFigureOut">
              <a:rPr lang="en-IL" smtClean="0"/>
              <a:t>17/06/2026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626E2-19CC-4F82-8F24-F284E96EF9A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67005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A73E-C8EA-4AA6-9622-80AC6EA76831}" type="datetimeFigureOut">
              <a:rPr lang="en-IL" smtClean="0"/>
              <a:t>17/06/2026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626E2-19CC-4F82-8F24-F284E96EF9A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51134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A73E-C8EA-4AA6-9622-80AC6EA76831}" type="datetimeFigureOut">
              <a:rPr lang="en-IL" smtClean="0"/>
              <a:t>17/06/2026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626E2-19CC-4F82-8F24-F284E96EF9A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9660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A73E-C8EA-4AA6-9622-80AC6EA76831}" type="datetimeFigureOut">
              <a:rPr lang="en-IL" smtClean="0"/>
              <a:t>17/06/2026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626E2-19CC-4F82-8F24-F284E96EF9A6}" type="slidenum">
              <a:rPr lang="en-IL" smtClean="0"/>
              <a:t>‹#›</a:t>
            </a:fld>
            <a:endParaRPr lang="en-IL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0648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A73E-C8EA-4AA6-9622-80AC6EA76831}" type="datetimeFigureOut">
              <a:rPr lang="en-IL" smtClean="0"/>
              <a:t>17/06/2026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626E2-19CC-4F82-8F24-F284E96EF9A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722970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A73E-C8EA-4AA6-9622-80AC6EA76831}" type="datetimeFigureOut">
              <a:rPr lang="en-IL" smtClean="0"/>
              <a:t>17/06/2026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626E2-19CC-4F82-8F24-F284E96EF9A6}" type="slidenum">
              <a:rPr lang="en-IL" smtClean="0"/>
              <a:t>‹#›</a:t>
            </a:fld>
            <a:endParaRPr lang="en-IL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538775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A73E-C8EA-4AA6-9622-80AC6EA76831}" type="datetimeFigureOut">
              <a:rPr lang="en-IL" smtClean="0"/>
              <a:t>17/06/2026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626E2-19CC-4F82-8F24-F284E96EF9A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584031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A73E-C8EA-4AA6-9622-80AC6EA76831}" type="datetimeFigureOut">
              <a:rPr lang="en-IL" smtClean="0"/>
              <a:t>17/06/2026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626E2-19CC-4F82-8F24-F284E96EF9A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187649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A73E-C8EA-4AA6-9622-80AC6EA76831}" type="datetimeFigureOut">
              <a:rPr lang="en-IL" smtClean="0"/>
              <a:t>17/06/2026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626E2-19CC-4F82-8F24-F284E96EF9A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31048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12A73E-C8EA-4AA6-9622-80AC6EA76831}" type="datetimeFigureOut">
              <a:rPr lang="en-IL" smtClean="0"/>
              <a:t>17/06/2026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E17626E2-19CC-4F82-8F24-F284E96EF9A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70204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ECA36-65B5-0B29-4100-9AEDD2C50C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GB" dirty="0"/>
              <a:t>Meeting 3: </a:t>
            </a:r>
            <a:r>
              <a:rPr lang="en-US" dirty="0"/>
              <a:t>Sarcasm </a:t>
            </a:r>
            <a:r>
              <a:rPr lang="en-IL" dirty="0"/>
              <a:t>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FE6F11-F52F-C266-6508-90D7488037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/>
              <a:t>Group 5: Anat, Sofia, Aya, </a:t>
            </a:r>
            <a:r>
              <a:rPr lang="en-US" dirty="0" err="1"/>
              <a:t>Yehoraz</a:t>
            </a:r>
            <a:endParaRPr lang="en-US" dirty="0"/>
          </a:p>
          <a:p>
            <a:pPr algn="l"/>
            <a:r>
              <a:rPr lang="en-US" dirty="0"/>
              <a:t>Supervisor: Lotem</a:t>
            </a:r>
          </a:p>
        </p:txBody>
      </p:sp>
    </p:spTree>
    <p:extLst>
      <p:ext uri="{BB962C8B-B14F-4D97-AF65-F5344CB8AC3E}">
        <p14:creationId xmlns:p14="http://schemas.microsoft.com/office/powerpoint/2010/main" val="2779746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6DC2F-D67C-573C-DE73-FF5D1993A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previous meeting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FE05A-A6F5-6E01-2C8E-21CB014C3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37187"/>
            <a:ext cx="8596668" cy="470417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/>
              <a:t>We tested the following 5 models</a:t>
            </a:r>
            <a:r>
              <a:rPr lang="en-US" dirty="0"/>
              <a:t>: </a:t>
            </a:r>
            <a:endParaRPr lang="en-GB" dirty="0"/>
          </a:p>
          <a:p>
            <a:pPr lvl="1" fontAlgn="b"/>
            <a:r>
              <a:rPr lang="en-IL" dirty="0"/>
              <a:t>Gemini 2.5 Flash Lite</a:t>
            </a:r>
          </a:p>
          <a:p>
            <a:pPr lvl="1" fontAlgn="b"/>
            <a:r>
              <a:rPr lang="en-IL" dirty="0"/>
              <a:t>Baidu Qianfan OCR </a:t>
            </a:r>
            <a:r>
              <a:rPr lang="en-IL" dirty="0" err="1"/>
              <a:t>FastFree</a:t>
            </a:r>
            <a:endParaRPr lang="en-IL" dirty="0"/>
          </a:p>
          <a:p>
            <a:pPr lvl="1" fontAlgn="b"/>
            <a:r>
              <a:rPr lang="en-IL" dirty="0"/>
              <a:t>Liquid LFM 2.5-1.2B Thinking</a:t>
            </a:r>
          </a:p>
          <a:p>
            <a:pPr lvl="1" fontAlgn="b"/>
            <a:r>
              <a:rPr lang="en-IL" dirty="0"/>
              <a:t>Nvidia </a:t>
            </a:r>
            <a:r>
              <a:rPr lang="en-IL" dirty="0" err="1"/>
              <a:t>Nemotron</a:t>
            </a:r>
            <a:r>
              <a:rPr lang="en-IL" dirty="0"/>
              <a:t> Nano 9B v2</a:t>
            </a:r>
          </a:p>
          <a:p>
            <a:pPr lvl="1" fontAlgn="b"/>
            <a:r>
              <a:rPr lang="en-IL" dirty="0"/>
              <a:t>OpenAI GPT-OSS 20B</a:t>
            </a:r>
          </a:p>
          <a:p>
            <a:pPr marL="0" indent="0">
              <a:buNone/>
            </a:pPr>
            <a:r>
              <a:rPr lang="en-US" dirty="0"/>
              <a:t>The prompt used:</a:t>
            </a:r>
            <a:br>
              <a:rPr lang="en-US" dirty="0"/>
            </a:br>
            <a:r>
              <a:rPr lang="en-GB" b="1" dirty="0"/>
              <a:t>Task: Interpret the following sarcastic tweet.</a:t>
            </a:r>
            <a:br>
              <a:rPr lang="en-GB" b="1" dirty="0"/>
            </a:br>
            <a:r>
              <a:rPr lang="en-GB" b="1" dirty="0"/>
              <a:t>Goal: Write one natural, non-sarcastic sentence that preserves the intended meaning.</a:t>
            </a:r>
            <a:br>
              <a:rPr lang="en-GB" b="1" dirty="0"/>
            </a:br>
            <a:r>
              <a:rPr lang="en-GB" b="1" dirty="0"/>
              <a:t>Rules: Output only the interpretation. Do not explain. Do not mention sarcasm.</a:t>
            </a:r>
            <a:br>
              <a:rPr lang="en-GB" b="1" dirty="0"/>
            </a:br>
            <a:r>
              <a:rPr lang="en-GB" b="1" dirty="0"/>
              <a:t>Tweet: </a:t>
            </a:r>
            <a:endParaRPr lang="en-GB" dirty="0"/>
          </a:p>
          <a:p>
            <a:pPr marL="0" indent="0">
              <a:buNone/>
            </a:pPr>
            <a:r>
              <a:rPr lang="en-IL" b="1" dirty="0"/>
              <a:t>Next Steps &amp; Validation Strategy:</a:t>
            </a:r>
            <a:r>
              <a:rPr lang="en-IL" dirty="0"/>
              <a:t> </a:t>
            </a:r>
            <a:br>
              <a:rPr lang="en-US" dirty="0"/>
            </a:br>
            <a:r>
              <a:rPr lang="en-IL" dirty="0"/>
              <a:t>To validate the outputs and ensure the sarcasm was accurately captured, we introduced an independent model to act as a judge</a:t>
            </a:r>
            <a:r>
              <a:rPr lang="en-US" dirty="0"/>
              <a:t> and </a:t>
            </a:r>
            <a:r>
              <a:rPr lang="en-IL" dirty="0"/>
              <a:t>hit a success threshold across all models. Meeting this benchmark would allow us to proceed to the next phase with Lotem; otherwise, we committed to an iterative prompt engineering process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IL" b="1" dirty="0"/>
              <a:t>Selected Architecture</a:t>
            </a:r>
            <a:r>
              <a:rPr lang="en-US" b="1" dirty="0"/>
              <a:t>:</a:t>
            </a:r>
            <a:br>
              <a:rPr lang="en-US" b="1" dirty="0"/>
            </a:br>
            <a:r>
              <a:rPr lang="en-IL" dirty="0"/>
              <a:t>We adopted an architecture consisting of three LLMs that generate interpretations and a fourth LLM (ChatGPT) that acts as an independent judge to evaluate their outputs.</a:t>
            </a:r>
          </a:p>
        </p:txBody>
      </p:sp>
    </p:spTree>
    <p:extLst>
      <p:ext uri="{BB962C8B-B14F-4D97-AF65-F5344CB8AC3E}">
        <p14:creationId xmlns:p14="http://schemas.microsoft.com/office/powerpoint/2010/main" val="2720409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CD72C-D80D-27CB-D8EE-7D156F905C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dirty="0"/>
              <a:t>Results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308311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D7B8F8F-4528-4480-AFA3-A006195F5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7E938D-B93C-CF69-D761-5FFA0B7E5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IL" dirty="0"/>
              <a:t>prompt sensitivity</a:t>
            </a: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4F8B2185-AE38-43EA-9FA9-E5378AD730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0D36BD5A-BF22-48CD-8A55-28B19177C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BAEF8D5-F06B-D081-487D-37D5093E3B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3987697"/>
              </p:ext>
            </p:extLst>
          </p:nvPr>
        </p:nvGraphicFramePr>
        <p:xfrm>
          <a:off x="707573" y="1406012"/>
          <a:ext cx="11035694" cy="48697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52596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AA76B-5043-91FE-7203-A5E2A17D4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prompt for the judge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071C8-E65A-2C65-C92D-4363FAD09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88963"/>
            <a:ext cx="8596668" cy="46524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PROMPT = ""“</a:t>
            </a:r>
            <a:br>
              <a:rPr lang="en-GB" dirty="0"/>
            </a:br>
            <a:r>
              <a:rPr lang="en-GB" dirty="0"/>
              <a:t>You are a strict evaluator of sarcasm understanding.</a:t>
            </a:r>
            <a:br>
              <a:rPr lang="en-GB" dirty="0"/>
            </a:br>
            <a:r>
              <a:rPr lang="en-GB" dirty="0"/>
              <a:t>Compare the sarcastic sentence with the model interpretation.</a:t>
            </a:r>
            <a:br>
              <a:rPr lang="en-GB" dirty="0"/>
            </a:br>
            <a:r>
              <a:rPr lang="en-GB" dirty="0"/>
              <a:t>Assign exactly one score:</a:t>
            </a:r>
            <a:br>
              <a:rPr lang="en-GB" dirty="0"/>
            </a:br>
            <a:r>
              <a:rPr lang="en-GB" dirty="0"/>
              <a:t>1 = Incorrect.</a:t>
            </a:r>
            <a:br>
              <a:rPr lang="en-GB" dirty="0"/>
            </a:br>
            <a:r>
              <a:rPr lang="en-GB" dirty="0"/>
              <a:t>The interpretation is wrong, literal, unrelated, or misses the sarcastic meaning.</a:t>
            </a:r>
            <a:br>
              <a:rPr lang="en-GB" dirty="0"/>
            </a:br>
            <a:r>
              <a:rPr lang="en-GB" dirty="0"/>
              <a:t>2 = Partially correct.</a:t>
            </a:r>
            <a:br>
              <a:rPr lang="en-GB" dirty="0"/>
            </a:br>
            <a:r>
              <a:rPr lang="en-GB" dirty="0"/>
              <a:t>The interpretation captures the general idea but misses context, tone, nuance, or important details.</a:t>
            </a:r>
            <a:br>
              <a:rPr lang="en-GB" dirty="0"/>
            </a:br>
            <a:r>
              <a:rPr lang="en-GB" dirty="0"/>
              <a:t>3 = Correct.</a:t>
            </a:r>
            <a:br>
              <a:rPr lang="en-GB" dirty="0"/>
            </a:br>
            <a:r>
              <a:rPr lang="en-GB" dirty="0"/>
              <a:t>The interpretation accurately captures the intended sarcastic meaning.</a:t>
            </a:r>
            <a:br>
              <a:rPr lang="en-GB" dirty="0"/>
            </a:br>
            <a:r>
              <a:rPr lang="en-GB" dirty="0"/>
              <a:t>Important:</a:t>
            </a:r>
            <a:br>
              <a:rPr lang="en-GB" dirty="0"/>
            </a:br>
            <a:r>
              <a:rPr lang="en-GB" dirty="0"/>
              <a:t>- Use score 2 frequently.</a:t>
            </a:r>
            <a:br>
              <a:rPr lang="en-GB" dirty="0"/>
            </a:br>
            <a:r>
              <a:rPr lang="en-GB" dirty="0"/>
              <a:t>- Only use score 3 when the interpretation is clearly accurate.</a:t>
            </a:r>
            <a:br>
              <a:rPr lang="en-GB" dirty="0"/>
            </a:br>
            <a:r>
              <a:rPr lang="en-GB" dirty="0"/>
              <a:t>- If unsure between 2 and 3, choose 2.</a:t>
            </a:r>
            <a:br>
              <a:rPr lang="en-GB" dirty="0"/>
            </a:br>
            <a:r>
              <a:rPr lang="en-GB" dirty="0"/>
              <a:t>Return ONLY valid JSON.</a:t>
            </a:r>
            <a:br>
              <a:rPr lang="en-GB" dirty="0"/>
            </a:br>
            <a:r>
              <a:rPr lang="en-GB" dirty="0"/>
              <a:t>Example:</a:t>
            </a:r>
            <a:br>
              <a:rPr lang="en-GB" dirty="0"/>
            </a:br>
            <a:r>
              <a:rPr lang="en-GB" dirty="0"/>
              <a:t>[{"score":2},{"score":3},{"score":1}]</a:t>
            </a:r>
          </a:p>
          <a:p>
            <a:pPr marL="0" indent="0">
              <a:buNone/>
            </a:pPr>
            <a:r>
              <a:rPr lang="en-GB" dirty="0"/>
              <a:t>"""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340221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09316A9-990D-4EC3-A671-70EE5C149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B0C6109-9159-49CA-AD7A-F9035539DB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86F14F5-308C-4EB6-87AB-05DE9501B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23">
              <a:extLst>
                <a:ext uri="{FF2B5EF4-FFF2-40B4-BE49-F238E27FC236}">
                  <a16:creationId xmlns:a16="http://schemas.microsoft.com/office/drawing/2014/main" id="{BA032363-A188-47C5-9D59-9B788809DC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11" name="Rectangle 25">
              <a:extLst>
                <a:ext uri="{FF2B5EF4-FFF2-40B4-BE49-F238E27FC236}">
                  <a16:creationId xmlns:a16="http://schemas.microsoft.com/office/drawing/2014/main" id="{2C4077DF-6BB9-4069-AD28-6B1664EBB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1D2B8B50-3419-41ED-9A9F-3CF9EEB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4" name="Rectangle 27">
              <a:extLst>
                <a:ext uri="{FF2B5EF4-FFF2-40B4-BE49-F238E27FC236}">
                  <a16:creationId xmlns:a16="http://schemas.microsoft.com/office/drawing/2014/main" id="{5C640498-2E73-4FA2-BEB6-C3596A458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14" name="Rectangle 28">
              <a:extLst>
                <a:ext uri="{FF2B5EF4-FFF2-40B4-BE49-F238E27FC236}">
                  <a16:creationId xmlns:a16="http://schemas.microsoft.com/office/drawing/2014/main" id="{3240EEFC-4112-4C39-A816-C815774F6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15" name="Rectangle 29">
              <a:extLst>
                <a:ext uri="{FF2B5EF4-FFF2-40B4-BE49-F238E27FC236}">
                  <a16:creationId xmlns:a16="http://schemas.microsoft.com/office/drawing/2014/main" id="{ADF362B0-03EA-4800-9FAA-9F128587E4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BA84559-2F4C-4795-9246-4C563F942D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FA77A1AA-CA47-4A91-A0A1-0A8CE31A9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03E8462A-FEBA-4848-81CC-3F8DA3E47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109F83F-40FE-4DB3-84CC-09FB3340D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DE492D7-C3C3-48FF-80C8-37021EA02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3">
              <a:extLst>
                <a:ext uri="{FF2B5EF4-FFF2-40B4-BE49-F238E27FC236}">
                  <a16:creationId xmlns:a16="http://schemas.microsoft.com/office/drawing/2014/main" id="{0B30FF97-2E9A-490A-AED2-90BA2E0EC1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4" name="Rectangle 25">
              <a:extLst>
                <a:ext uri="{FF2B5EF4-FFF2-40B4-BE49-F238E27FC236}">
                  <a16:creationId xmlns:a16="http://schemas.microsoft.com/office/drawing/2014/main" id="{B6D53C7D-A312-47B6-A66A-230A19CFA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5" name="Isosceles Triangle 24">
              <a:extLst>
                <a:ext uri="{FF2B5EF4-FFF2-40B4-BE49-F238E27FC236}">
                  <a16:creationId xmlns:a16="http://schemas.microsoft.com/office/drawing/2014/main" id="{9329D58C-0D2E-4A2B-AD6A-9CEE506784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6" name="Rectangle 27">
              <a:extLst>
                <a:ext uri="{FF2B5EF4-FFF2-40B4-BE49-F238E27FC236}">
                  <a16:creationId xmlns:a16="http://schemas.microsoft.com/office/drawing/2014/main" id="{9D446EDE-C690-4461-8BF2-7634808FC8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7" name="Rectangle 28">
              <a:extLst>
                <a:ext uri="{FF2B5EF4-FFF2-40B4-BE49-F238E27FC236}">
                  <a16:creationId xmlns:a16="http://schemas.microsoft.com/office/drawing/2014/main" id="{323F3D34-6531-4AD7-A8C6-195A09028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8" name="Rectangle 29">
              <a:extLst>
                <a:ext uri="{FF2B5EF4-FFF2-40B4-BE49-F238E27FC236}">
                  <a16:creationId xmlns:a16="http://schemas.microsoft.com/office/drawing/2014/main" id="{B9B0AE3F-2350-435F-A9B0-C310BF876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4EFA655C-9E50-4C14-A89E-AD7B648E4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3E843863-7D25-4C01-9A17-E817CB6D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7941F9B1-B01B-4A84-89D9-B169AEB4E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D51EA18-4077-5BA8-99EE-97F2497CC4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4606873"/>
              </p:ext>
            </p:extLst>
          </p:nvPr>
        </p:nvGraphicFramePr>
        <p:xfrm>
          <a:off x="639097" y="1533562"/>
          <a:ext cx="10019333" cy="3787260"/>
        </p:xfrm>
        <a:graphic>
          <a:graphicData uri="http://schemas.openxmlformats.org/drawingml/2006/table">
            <a:tbl>
              <a:tblPr firstRow="1" bandRow="1"/>
              <a:tblGrid>
                <a:gridCol w="874810">
                  <a:extLst>
                    <a:ext uri="{9D8B030D-6E8A-4147-A177-3AD203B41FA5}">
                      <a16:colId xmlns:a16="http://schemas.microsoft.com/office/drawing/2014/main" val="333385573"/>
                    </a:ext>
                  </a:extLst>
                </a:gridCol>
                <a:gridCol w="3753194">
                  <a:extLst>
                    <a:ext uri="{9D8B030D-6E8A-4147-A177-3AD203B41FA5}">
                      <a16:colId xmlns:a16="http://schemas.microsoft.com/office/drawing/2014/main" val="1311065632"/>
                    </a:ext>
                  </a:extLst>
                </a:gridCol>
                <a:gridCol w="1068082">
                  <a:extLst>
                    <a:ext uri="{9D8B030D-6E8A-4147-A177-3AD203B41FA5}">
                      <a16:colId xmlns:a16="http://schemas.microsoft.com/office/drawing/2014/main" val="4187505395"/>
                    </a:ext>
                  </a:extLst>
                </a:gridCol>
                <a:gridCol w="1037530">
                  <a:extLst>
                    <a:ext uri="{9D8B030D-6E8A-4147-A177-3AD203B41FA5}">
                      <a16:colId xmlns:a16="http://schemas.microsoft.com/office/drawing/2014/main" val="3459746405"/>
                    </a:ext>
                  </a:extLst>
                </a:gridCol>
                <a:gridCol w="1095239">
                  <a:extLst>
                    <a:ext uri="{9D8B030D-6E8A-4147-A177-3AD203B41FA5}">
                      <a16:colId xmlns:a16="http://schemas.microsoft.com/office/drawing/2014/main" val="1158151343"/>
                    </a:ext>
                  </a:extLst>
                </a:gridCol>
                <a:gridCol w="1095239">
                  <a:extLst>
                    <a:ext uri="{9D8B030D-6E8A-4147-A177-3AD203B41FA5}">
                      <a16:colId xmlns:a16="http://schemas.microsoft.com/office/drawing/2014/main" val="682849379"/>
                    </a:ext>
                  </a:extLst>
                </a:gridCol>
                <a:gridCol w="1095239">
                  <a:extLst>
                    <a:ext uri="{9D8B030D-6E8A-4147-A177-3AD203B41FA5}">
                      <a16:colId xmlns:a16="http://schemas.microsoft.com/office/drawing/2014/main" val="2937491818"/>
                    </a:ext>
                  </a:extLst>
                </a:gridCol>
              </a:tblGrid>
              <a:tr h="37872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prompt</a:t>
                      </a:r>
                      <a:endParaRPr lang="en-IL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model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average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median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count_1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count_2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count_3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3916833"/>
                  </a:ext>
                </a:extLst>
              </a:tr>
              <a:tr h="37872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gemini-2.5-flash-lite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1.672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164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4825362"/>
                  </a:ext>
                </a:extLst>
              </a:tr>
              <a:tr h="37872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liquid-lfm-2.5-1.2b-thinkingfree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1.57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164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2825197"/>
                  </a:ext>
                </a:extLst>
              </a:tr>
              <a:tr h="37872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nvidia-nemotron-nano-9b-v2free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2.079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117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138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0124879"/>
                  </a:ext>
                </a:extLst>
              </a:tr>
              <a:tr h="37872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gemini-2.5-flash-lite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2.23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95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156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2958493"/>
                  </a:ext>
                </a:extLst>
              </a:tr>
              <a:tr h="37872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liquid-lfm-2.5-1.2b-thinkingfree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1.351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2660291"/>
                  </a:ext>
                </a:extLst>
              </a:tr>
              <a:tr h="37872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nvidia-nemotron-nano-9b-v2free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2.185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147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4452873"/>
                  </a:ext>
                </a:extLst>
              </a:tr>
              <a:tr h="37872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gemini-2.5-flash-lite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1.475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196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57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7325363"/>
                  </a:ext>
                </a:extLst>
              </a:tr>
              <a:tr h="37872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liquid-lfm-2.5-1.2b-thinkingfree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1.106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245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6410747"/>
                  </a:ext>
                </a:extLst>
              </a:tr>
              <a:tr h="37872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nvidia-nemotron-nano-9b-v2free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1.66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173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83</a:t>
                      </a:r>
                    </a:p>
                  </a:txBody>
                  <a:tcPr marL="9979" marR="9979" marT="99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150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5915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E09B7E24-271E-4A3A-9D65-EE95ED972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5C59434-03B2-4F06-8362-A01DD785E2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FDF3815-C9F7-4B9E-A371-DE71C4E9D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34C30A41-6D9F-42F2-BE4A-B6D2E4400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8577AE11-EC00-4E67-9DDD-624E9DA123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406A24DE-7A6F-4459-9A79-712243D200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BFEBE697-7D77-4AC8-8E68-0483B47DF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49FC7B15-C721-4A23-8F6A-2CFA77C614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164E8ACB-FC50-451D-AF0A-879ABC6EA6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D5F354A0-F0C9-4254-A913-DD68E78161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9B01B525-8D81-44A3-BC1F-C711B89D23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BD928AB-40C7-6D5A-43A1-7E3DFB735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277" y="287938"/>
            <a:ext cx="7895681" cy="83293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dirty="0"/>
              <a:t>Examples for bad translation</a:t>
            </a:r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5AFB35D3-858E-4E79-BF76-43CADC0A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174" y="1270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8BD71BF-605B-D68D-D338-17B69DD8F8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0877751"/>
              </p:ext>
            </p:extLst>
          </p:nvPr>
        </p:nvGraphicFramePr>
        <p:xfrm>
          <a:off x="888603" y="1382778"/>
          <a:ext cx="8570028" cy="4449243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842999">
                  <a:extLst>
                    <a:ext uri="{9D8B030D-6E8A-4147-A177-3AD203B41FA5}">
                      <a16:colId xmlns:a16="http://schemas.microsoft.com/office/drawing/2014/main" val="1629076653"/>
                    </a:ext>
                  </a:extLst>
                </a:gridCol>
                <a:gridCol w="1842999">
                  <a:extLst>
                    <a:ext uri="{9D8B030D-6E8A-4147-A177-3AD203B41FA5}">
                      <a16:colId xmlns:a16="http://schemas.microsoft.com/office/drawing/2014/main" val="3467825960"/>
                    </a:ext>
                  </a:extLst>
                </a:gridCol>
                <a:gridCol w="1842999">
                  <a:extLst>
                    <a:ext uri="{9D8B030D-6E8A-4147-A177-3AD203B41FA5}">
                      <a16:colId xmlns:a16="http://schemas.microsoft.com/office/drawing/2014/main" val="672726696"/>
                    </a:ext>
                  </a:extLst>
                </a:gridCol>
                <a:gridCol w="2285391">
                  <a:extLst>
                    <a:ext uri="{9D8B030D-6E8A-4147-A177-3AD203B41FA5}">
                      <a16:colId xmlns:a16="http://schemas.microsoft.com/office/drawing/2014/main" val="724204667"/>
                    </a:ext>
                  </a:extLst>
                </a:gridCol>
                <a:gridCol w="755640">
                  <a:extLst>
                    <a:ext uri="{9D8B030D-6E8A-4147-A177-3AD203B41FA5}">
                      <a16:colId xmlns:a16="http://schemas.microsoft.com/office/drawing/2014/main" val="605153230"/>
                    </a:ext>
                  </a:extLst>
                </a:gridCol>
              </a:tblGrid>
              <a:tr h="2604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prompt</a:t>
                      </a:r>
                      <a:endParaRPr lang="en-IL" sz="8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7319" marR="64392" marT="64392" marB="643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model</a:t>
                      </a:r>
                      <a:endParaRPr lang="en-IL" sz="8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7319" marR="64392" marT="64392" marB="643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8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sarcastic_sentence</a:t>
                      </a:r>
                      <a:endParaRPr lang="en-IL" sz="8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7319" marR="64392" marT="64392" marB="643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8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model_interpretation</a:t>
                      </a:r>
                    </a:p>
                  </a:txBody>
                  <a:tcPr marL="107319" marR="64392" marT="64392" marB="643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8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classification</a:t>
                      </a:r>
                    </a:p>
                  </a:txBody>
                  <a:tcPr marL="107319" marR="64392" marT="64392" marB="643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0568332"/>
                  </a:ext>
                </a:extLst>
              </a:tr>
              <a:tr h="2604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  <a:endParaRPr lang="en-IL" sz="8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7319" marR="64392" marT="64392" marB="643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liqiud</a:t>
                      </a:r>
                      <a:endParaRPr lang="en-IL" sz="8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7319" marR="64392" marT="64392" marB="643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800" b="0" i="0" u="none" strike="noStrike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' be strong </a:t>
                      </a:r>
                      <a:r>
                        <a:rPr lang="en-IL" sz="800" b="0" i="0" u="none" strike="noStrike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i</a:t>
                      </a:r>
                      <a:r>
                        <a:rPr lang="en-IL" sz="800" b="0" i="0" u="none" strike="noStrike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whisper to my </a:t>
                      </a:r>
                      <a:r>
                        <a:rPr lang="en-IL" sz="800" b="0" i="0" u="none" strike="noStrike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wifi</a:t>
                      </a:r>
                      <a:r>
                        <a:rPr lang="en-IL" sz="800" b="0" i="0" u="none" strike="noStrike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signal '</a:t>
                      </a:r>
                    </a:p>
                  </a:txBody>
                  <a:tcPr marL="107319" marR="64392" marT="64392" marB="643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800" b="0" i="0" u="none" strike="noStrike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The statement reflects conflicting self-perception.</a:t>
                      </a:r>
                    </a:p>
                  </a:txBody>
                  <a:tcPr marL="107319" marR="64392" marT="64392" marB="643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800" b="0" i="0" u="none" strike="noStrike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107319" marR="64392" marT="64392" marB="643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6428107"/>
                  </a:ext>
                </a:extLst>
              </a:tr>
              <a:tr h="4893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  <a:endParaRPr lang="en-IL" sz="8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7319" marR="64392" marT="64392" marB="643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gemini</a:t>
                      </a:r>
                      <a:endParaRPr lang="en-IL" sz="8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7319" marR="64392" marT="64392" marB="643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800" b="0" i="0" u="none" strike="noStrike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' be strong </a:t>
                      </a:r>
                      <a:r>
                        <a:rPr lang="en-IL" sz="800" b="0" i="0" u="none" strike="noStrike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i</a:t>
                      </a:r>
                      <a:r>
                        <a:rPr lang="en-IL" sz="800" b="0" i="0" u="none" strike="noStrike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whisper to my </a:t>
                      </a:r>
                      <a:r>
                        <a:rPr lang="en-IL" sz="800" b="0" i="0" u="none" strike="noStrike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wifi</a:t>
                      </a:r>
                      <a:r>
                        <a:rPr lang="en-IL" sz="800" b="0" i="0" u="none" strike="noStrike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signal '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800" b="0" i="0" u="none" strike="noStrike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I wish my </a:t>
                      </a:r>
                      <a:r>
                        <a:rPr lang="en-IL" sz="800" b="0" i="0" u="none" strike="noStrike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wifi</a:t>
                      </a:r>
                      <a:r>
                        <a:rPr lang="en-IL" sz="800" b="0" i="0" u="none" strike="noStrike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signal were stronger.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800" b="0" i="0" u="none" strike="noStrike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5999681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  <a:endParaRPr lang="en-IL" sz="8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7319" marR="64392" marT="64392" marB="643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gemini</a:t>
                      </a:r>
                      <a:endParaRPr lang="en-IL" sz="8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7319" marR="64392" marT="64392" marB="643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800" b="0" i="0" u="none" strike="noStrike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all those sluts you follow really makes me want you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800" b="0" i="0" u="none" strike="noStrike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I want you to be with me.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800" b="0" i="0" u="none" strike="noStrike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955550"/>
                  </a:ext>
                </a:extLst>
              </a:tr>
              <a:tr h="2604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  <a:endParaRPr lang="en-IL" sz="8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7319" marR="64392" marT="64392" marB="643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liqiud</a:t>
                      </a:r>
                      <a:endParaRPr lang="en-IL" sz="8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7319" marR="64392" marT="64392" marB="643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800" b="0" i="0" u="none" strike="noStrike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 20 am is the perfect time to have the urge to write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800" b="0" i="0" u="none" strike="noStrike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The user instruction requires translating the true meaning of a sarcastic tweet into one non-sarcastic sentence. The original tweet “</a:t>
                      </a:r>
                      <a:r>
                        <a:rPr lang="en-US" sz="800" b="0" i="0" u="none" strike="noStrike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…</a:t>
                      </a:r>
                      <a:br>
                        <a:rPr lang="en-IL" sz="800" b="0" i="0" u="none" strike="noStrike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</a:br>
                      <a:r>
                        <a:rPr lang="en-IL" sz="800" b="0" i="0" u="none" strike="noStrike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Final answer: "Working late can offer opportunities for productivity."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800" b="0" i="0" u="none" strike="noStrike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4362704"/>
                  </a:ext>
                </a:extLst>
              </a:tr>
              <a:tr h="8327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  <a:endParaRPr lang="en-IL" sz="8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7319" marR="64392" marT="64392" marB="643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nvidia</a:t>
                      </a:r>
                      <a:endParaRPr lang="en-IL" sz="8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7319" marR="64392" marT="64392" marB="643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800" b="0" i="0" u="none" strike="noStrike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' your empire has been attacked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800" b="0" i="0" u="none" strike="noStrike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Yourempire has been attacked.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800" b="0" i="0" u="none" strike="noStrike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368793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  <a:endParaRPr lang="en-IL" sz="8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7319" marR="64392" marT="64392" marB="643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gemini</a:t>
                      </a:r>
                      <a:endParaRPr lang="en-IL" sz="8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7319" marR="64392" marT="64392" marB="643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800" b="0" i="0" u="none" strike="noStrike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 more assignments </a:t>
                      </a:r>
                      <a:r>
                        <a:rPr lang="en-IL" sz="800" b="0" i="0" u="none" strike="noStrike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wooo</a:t>
                      </a:r>
                      <a:r>
                        <a:rPr lang="en-IL" sz="800" b="0" i="0" u="none" strike="noStrike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college is so fun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800" b="0" i="0" u="none" strike="noStrike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I am looking forward to completing these four additional assignments as they will contribute to my academic progress in college.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800" b="0" i="0" u="none" strike="noStrike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019357"/>
                  </a:ext>
                </a:extLst>
              </a:tr>
              <a:tr h="4893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  <a:endParaRPr lang="en-IL" sz="8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7319" marR="64392" marT="64392" marB="643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liqiud</a:t>
                      </a:r>
                      <a:endParaRPr lang="en-IL" sz="8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7319" marR="64392" marT="64392" marB="643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800" b="0" i="0" u="none" strike="noStrike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135 hours of work tonight yay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800" b="0" i="0" u="none" strike="noStrike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The time invested is fully acknowledged.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800" b="0" i="0" u="none" strike="noStrike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846481"/>
                  </a:ext>
                </a:extLst>
              </a:tr>
              <a:tr h="4893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  <a:endParaRPr lang="en-IL" sz="8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7319" marR="64392" marT="64392" marB="643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liqiud</a:t>
                      </a:r>
                      <a:endParaRPr lang="en-IL" sz="8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7319" marR="64392" marT="64392" marB="643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800" b="0" i="0" u="none" strike="noStrike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best long weekend ever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800" b="0" i="0" u="none" strike="noStrike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The statement "A truly remarkable weekend" sincerely reflects profound gratitude and joy.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800" b="0" i="0" u="none" strike="noStrike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6333953"/>
                  </a:ext>
                </a:extLst>
              </a:tr>
              <a:tr h="2604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  <a:endParaRPr lang="en-IL" sz="8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7319" marR="64392" marT="64392" marB="643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liquid</a:t>
                      </a:r>
                      <a:endParaRPr lang="en-IL" sz="8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7319" marR="64392" marT="64392" marB="643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800" b="0" i="0" u="none" strike="noStrike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ahhhh</a:t>
                      </a:r>
                      <a:r>
                        <a:rPr lang="en-IL" sz="800" b="0" i="0" u="none" strike="noStrike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property taxes </a:t>
                      </a:r>
                      <a:r>
                        <a:rPr lang="en-IL" sz="800" b="0" i="0" u="none" strike="noStrike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i</a:t>
                      </a:r>
                      <a:r>
                        <a:rPr lang="en-IL" sz="800" b="0" i="0" u="none" strike="noStrike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love </a:t>
                      </a:r>
                      <a:r>
                        <a:rPr lang="en-IL" sz="800" b="0" i="0" u="none" strike="noStrike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june</a:t>
                      </a:r>
                      <a:endParaRPr lang="en-IL" sz="800" b="0" i="0" u="none" strike="noStrike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800" b="0" i="0" u="none" strike="noStrike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I sincerely appreciate your support.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800" b="0" i="0" u="none" strike="noStrike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49966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2931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A72A1B-A8AD-0BE3-CC9C-895F60645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D00838D0-D4D6-72BD-1A1B-CE52935AE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1591E1D-0192-59D1-3315-5FB13E45E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4E80DAD-4819-ACA0-C6F1-D8ADD120F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6E40BF1A-7B57-626C-CC5E-1F170F3E84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C4979391-DC4D-FD64-538A-655B02A90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EA2C9EA0-29E3-8537-2D27-66B76D2FFB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778C3C0E-F3FB-B61F-D69D-1AA1EFFA15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C2BDFCA9-3FE0-131F-BE01-326A336443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96D1BE84-8643-3528-CD30-A95C9F475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DB97A67E-19A6-A43D-4A45-932719C0E2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906398FB-39CC-C8CE-8056-AB7B0288E9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616489F-8139-9668-472B-07F59D867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277" y="287938"/>
            <a:ext cx="7895681" cy="83293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dirty="0"/>
              <a:t>Examples for good translation</a:t>
            </a:r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F1843FD9-6500-E4C7-93BC-38874104A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174" y="1270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2E47195-4A41-B202-FC7C-F42A61FB4B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962533"/>
              </p:ext>
            </p:extLst>
          </p:nvPr>
        </p:nvGraphicFramePr>
        <p:xfrm>
          <a:off x="888603" y="1382778"/>
          <a:ext cx="8570028" cy="2853269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842999">
                  <a:extLst>
                    <a:ext uri="{9D8B030D-6E8A-4147-A177-3AD203B41FA5}">
                      <a16:colId xmlns:a16="http://schemas.microsoft.com/office/drawing/2014/main" val="1629076653"/>
                    </a:ext>
                  </a:extLst>
                </a:gridCol>
                <a:gridCol w="1842999">
                  <a:extLst>
                    <a:ext uri="{9D8B030D-6E8A-4147-A177-3AD203B41FA5}">
                      <a16:colId xmlns:a16="http://schemas.microsoft.com/office/drawing/2014/main" val="3467825960"/>
                    </a:ext>
                  </a:extLst>
                </a:gridCol>
                <a:gridCol w="1842999">
                  <a:extLst>
                    <a:ext uri="{9D8B030D-6E8A-4147-A177-3AD203B41FA5}">
                      <a16:colId xmlns:a16="http://schemas.microsoft.com/office/drawing/2014/main" val="672726696"/>
                    </a:ext>
                  </a:extLst>
                </a:gridCol>
                <a:gridCol w="2285391">
                  <a:extLst>
                    <a:ext uri="{9D8B030D-6E8A-4147-A177-3AD203B41FA5}">
                      <a16:colId xmlns:a16="http://schemas.microsoft.com/office/drawing/2014/main" val="724204667"/>
                    </a:ext>
                  </a:extLst>
                </a:gridCol>
                <a:gridCol w="755640">
                  <a:extLst>
                    <a:ext uri="{9D8B030D-6E8A-4147-A177-3AD203B41FA5}">
                      <a16:colId xmlns:a16="http://schemas.microsoft.com/office/drawing/2014/main" val="605153230"/>
                    </a:ext>
                  </a:extLst>
                </a:gridCol>
              </a:tblGrid>
              <a:tr h="2604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prompt</a:t>
                      </a:r>
                      <a:endParaRPr lang="en-IL" sz="8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7319" marR="64392" marT="64392" marB="643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model</a:t>
                      </a:r>
                      <a:endParaRPr lang="en-IL" sz="8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7319" marR="64392" marT="64392" marB="643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8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sarcastic_sentence</a:t>
                      </a:r>
                      <a:endParaRPr lang="en-IL" sz="8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7319" marR="64392" marT="64392" marB="643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8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model_interpretation</a:t>
                      </a:r>
                    </a:p>
                  </a:txBody>
                  <a:tcPr marL="107319" marR="64392" marT="64392" marB="643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8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classification</a:t>
                      </a:r>
                    </a:p>
                  </a:txBody>
                  <a:tcPr marL="107319" marR="64392" marT="64392" marB="643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0568332"/>
                  </a:ext>
                </a:extLst>
              </a:tr>
              <a:tr h="2604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  <a:endParaRPr lang="en-IL" sz="800" b="0" i="0" u="none" strike="noStrike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107319" marR="64392" marT="64392" marB="643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nvidia</a:t>
                      </a:r>
                      <a:endParaRPr lang="en-IL" sz="800" b="0" i="0" u="none" strike="noStrike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107319" marR="64392" marT="64392" marB="643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800" b="0" i="0" u="none" strike="noStrike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135 hours of work tonight yay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800" b="0" i="0" u="none" strike="noStrike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They worked 135 hours last night, which is an extremely long time.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800" b="0" i="0" u="none" strike="noStrike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6428107"/>
                  </a:ext>
                </a:extLst>
              </a:tr>
              <a:tr h="4893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</a:t>
                      </a:r>
                      <a:endParaRPr lang="en-IL" sz="800" b="0" i="0" u="none" strike="noStrike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107319" marR="64392" marT="64392" marB="643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gemini</a:t>
                      </a:r>
                      <a:endParaRPr lang="en-IL" sz="800" b="0" i="0" u="none" strike="noStrike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107319" marR="64392" marT="64392" marB="643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800" b="0" i="0" u="none" strike="noStrike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ahhhh</a:t>
                      </a:r>
                      <a:r>
                        <a:rPr lang="en-IL" sz="800" b="0" i="0" u="none" strike="noStrike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property taxes </a:t>
                      </a:r>
                      <a:r>
                        <a:rPr lang="en-IL" sz="800" b="0" i="0" u="none" strike="noStrike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i</a:t>
                      </a:r>
                      <a:r>
                        <a:rPr lang="en-IL" sz="800" b="0" i="0" u="none" strike="noStrike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love </a:t>
                      </a:r>
                      <a:r>
                        <a:rPr lang="en-IL" sz="800" b="0" i="0" u="none" strike="noStrike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june</a:t>
                      </a:r>
                      <a:endParaRPr lang="en-IL" sz="800" b="0" i="0" u="none" strike="noStrike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800" b="0" i="0" u="none" strike="noStrike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June is a terrible month because of property taxes.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800" b="0" i="0" u="none" strike="noStrike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5999681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</a:t>
                      </a:r>
                      <a:endParaRPr lang="en-IL" sz="800" b="0" i="0" u="none" strike="noStrike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107319" marR="64392" marT="64392" marB="643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liqiud</a:t>
                      </a:r>
                      <a:endParaRPr lang="en-IL" sz="800" b="0" i="0" u="none" strike="noStrike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107319" marR="64392" marT="64392" marB="643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800" b="0" i="0" u="none" strike="noStrike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ahh the sweet sound of ' zero cares given ' by others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800" b="0" i="0" u="none" strike="noStrike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The author highlights the irony of others' perceived lack of care.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800" b="0" i="0" u="none" strike="noStrike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955550"/>
                  </a:ext>
                </a:extLst>
              </a:tr>
              <a:tr h="2604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</a:t>
                      </a:r>
                      <a:endParaRPr lang="en-IL" sz="800" b="0" i="0" u="none" strike="noStrike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107319" marR="64392" marT="64392" marB="643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nvidia</a:t>
                      </a:r>
                      <a:endParaRPr lang="en-IL" sz="800" b="0" i="0" u="none" strike="noStrike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107319" marR="64392" marT="64392" marB="643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800" b="0" i="0" u="none" strike="noStrike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645 my favourite time to wake up on a </a:t>
                      </a:r>
                      <a:r>
                        <a:rPr lang="en-IL" sz="800" b="0" i="0" u="none" strike="noStrike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saturday</a:t>
                      </a:r>
                      <a:endParaRPr lang="en-IL" sz="800" b="0" i="0" u="none" strike="noStrike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800" b="0" i="0" u="none" strike="noStrike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"6:45 AM on Saturdays is the least convenient time for me to wake up."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800" b="0" i="0" u="none" strike="noStrike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4362704"/>
                  </a:ext>
                </a:extLst>
              </a:tr>
              <a:tr h="8327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en-IL" sz="800" b="0" i="0" u="none" strike="noStrike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107319" marR="64392" marT="64392" marB="643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nvidia</a:t>
                      </a:r>
                      <a:endParaRPr lang="en-IL" sz="800" b="0" i="0" u="none" strike="noStrike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107319" marR="64392" marT="64392" marB="643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800" b="0" i="0" u="none" strike="noStrike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alison</a:t>
                      </a:r>
                      <a:r>
                        <a:rPr lang="en-IL" sz="800" b="0" i="0" u="none" strike="noStrike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IL" sz="800" b="0" i="0" u="none" strike="noStrike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pearson</a:t>
                      </a:r>
                      <a:r>
                        <a:rPr lang="en-IL" sz="800" b="0" i="0" u="none" strike="noStrike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what a splendid human being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800" b="0" i="0" u="none" strike="noStrike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"Alison Pearson is not a splendid human being."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800" b="0" i="0" u="none" strike="noStrike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368793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en-IL" sz="800" b="0" i="0" u="none" strike="noStrike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107319" marR="64392" marT="64392" marB="643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gemini</a:t>
                      </a:r>
                      <a:endParaRPr lang="en-IL" sz="800" b="0" i="0" u="none" strike="noStrike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107319" marR="64392" marT="64392" marB="643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800" b="0" i="0" u="none" strike="noStrike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being stuck in an airport is fun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800" b="0" i="0" u="none" strike="noStrike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I am not enjoying being stuck in the airport.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L" sz="800" b="0" i="0" u="none" strike="noStrike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0193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227539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395</TotalTime>
  <Words>935</Words>
  <Application>Microsoft Office PowerPoint</Application>
  <PresentationFormat>Widescreen</PresentationFormat>
  <Paragraphs>178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Narrow</vt:lpstr>
      <vt:lpstr>Arial</vt:lpstr>
      <vt:lpstr>Trebuchet MS</vt:lpstr>
      <vt:lpstr>Wingdings 3</vt:lpstr>
      <vt:lpstr>Facet</vt:lpstr>
      <vt:lpstr>Meeting 3: Sarcasm SIGN</vt:lpstr>
      <vt:lpstr>Summary of previous meeting</vt:lpstr>
      <vt:lpstr>Results</vt:lpstr>
      <vt:lpstr>prompt sensitivity</vt:lpstr>
      <vt:lpstr>The prompt for the judge</vt:lpstr>
      <vt:lpstr>PowerPoint Presentation</vt:lpstr>
      <vt:lpstr>Examples for bad translation</vt:lpstr>
      <vt:lpstr>Examples for good translation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Sofia Torgovezky</dc:creator>
  <cp:lastModifiedBy>Sofia Torgovezky</cp:lastModifiedBy>
  <cp:revision>2</cp:revision>
  <dcterms:created xsi:type="dcterms:W3CDTF">2026-05-22T16:51:44Z</dcterms:created>
  <dcterms:modified xsi:type="dcterms:W3CDTF">2026-06-17T12:56:36Z</dcterms:modified>
</cp:coreProperties>
</file>