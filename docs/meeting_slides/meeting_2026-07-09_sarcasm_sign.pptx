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271" r:id="rId3"/>
    <p:sldId id="260" r:id="rId4"/>
    <p:sldId id="276" r:id="rId5"/>
    <p:sldId id="275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769A7-1FC7-4C49-B53B-D2E0FFE08A06}" v="31" dt="2026-07-05T10:37:49.84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3" autoAdjust="0"/>
    <p:restoredTop sz="73539" autoAdjust="0"/>
  </p:normalViewPr>
  <p:slideViewPr>
    <p:cSldViewPr snapToGrid="0">
      <p:cViewPr>
        <p:scale>
          <a:sx n="83" d="100"/>
          <a:sy n="83" d="100"/>
        </p:scale>
        <p:origin x="149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Torgovezky" userId="5fc8b4be-fc39-4290-9991-bfb6c0a880e2" providerId="ADAL" clId="{42487C1D-7798-42A4-9619-8280C9DE54F3}"/>
    <pc:docChg chg="undo redo custSel addSld delSld modSld sldOrd">
      <pc:chgData name="Sofia Torgovezky" userId="5fc8b4be-fc39-4290-9991-bfb6c0a880e2" providerId="ADAL" clId="{42487C1D-7798-42A4-9619-8280C9DE54F3}" dt="2026-07-05T10:44:07.267" v="2358" actId="20577"/>
      <pc:docMkLst>
        <pc:docMk/>
      </pc:docMkLst>
      <pc:sldChg chg="modSp mod">
        <pc:chgData name="Sofia Torgovezky" userId="5fc8b4be-fc39-4290-9991-bfb6c0a880e2" providerId="ADAL" clId="{42487C1D-7798-42A4-9619-8280C9DE54F3}" dt="2026-06-16T09:52:21.652" v="0" actId="20577"/>
        <pc:sldMkLst>
          <pc:docMk/>
          <pc:sldMk cId="2779746470" sldId="256"/>
        </pc:sldMkLst>
        <pc:spChg chg="mod">
          <ac:chgData name="Sofia Torgovezky" userId="5fc8b4be-fc39-4290-9991-bfb6c0a880e2" providerId="ADAL" clId="{42487C1D-7798-42A4-9619-8280C9DE54F3}" dt="2026-06-16T09:52:21.652" v="0" actId="20577"/>
          <ac:spMkLst>
            <pc:docMk/>
            <pc:sldMk cId="2779746470" sldId="256"/>
            <ac:spMk id="2" creationId="{287ECA36-65B5-0B29-4100-9AEDD2C50C01}"/>
          </ac:spMkLst>
        </pc:spChg>
      </pc:sldChg>
      <pc:sldChg chg="modSp del mod">
        <pc:chgData name="Sofia Torgovezky" userId="5fc8b4be-fc39-4290-9991-bfb6c0a880e2" providerId="ADAL" clId="{42487C1D-7798-42A4-9619-8280C9DE54F3}" dt="2026-07-05T10:11:24.786" v="1925" actId="2696"/>
        <pc:sldMkLst>
          <pc:docMk/>
          <pc:sldMk cId="2720409076" sldId="257"/>
        </pc:sldMkLst>
        <pc:spChg chg="mod">
          <ac:chgData name="Sofia Torgovezky" userId="5fc8b4be-fc39-4290-9991-bfb6c0a880e2" providerId="ADAL" clId="{42487C1D-7798-42A4-9619-8280C9DE54F3}" dt="2026-07-05T10:04:52.830" v="1472" actId="20577"/>
          <ac:spMkLst>
            <pc:docMk/>
            <pc:sldMk cId="2720409076" sldId="257"/>
            <ac:spMk id="3" creationId="{2DFFE05A-A6F5-6E01-2C8E-21CB014C3C55}"/>
          </ac:spMkLst>
        </pc:spChg>
      </pc:sldChg>
      <pc:sldChg chg="addSp delSp modSp add del mod modNotesTx">
        <pc:chgData name="Sofia Torgovezky" userId="5fc8b4be-fc39-4290-9991-bfb6c0a880e2" providerId="ADAL" clId="{42487C1D-7798-42A4-9619-8280C9DE54F3}" dt="2026-07-05T10:11:40.946" v="1927" actId="2696"/>
        <pc:sldMkLst>
          <pc:docMk/>
          <pc:sldMk cId="3475915301" sldId="259"/>
        </pc:sldMkLst>
      </pc:sldChg>
      <pc:sldChg chg="modSp mod">
        <pc:chgData name="Sofia Torgovezky" userId="5fc8b4be-fc39-4290-9991-bfb6c0a880e2" providerId="ADAL" clId="{42487C1D-7798-42A4-9619-8280C9DE54F3}" dt="2026-07-05T10:02:05.439" v="1407"/>
        <pc:sldMkLst>
          <pc:docMk/>
          <pc:sldMk cId="2308311218" sldId="260"/>
        </pc:sldMkLst>
        <pc:spChg chg="mod">
          <ac:chgData name="Sofia Torgovezky" userId="5fc8b4be-fc39-4290-9991-bfb6c0a880e2" providerId="ADAL" clId="{42487C1D-7798-42A4-9619-8280C9DE54F3}" dt="2026-07-05T10:02:05.439" v="1407"/>
          <ac:spMkLst>
            <pc:docMk/>
            <pc:sldMk cId="2308311218" sldId="260"/>
            <ac:spMk id="2" creationId="{1E1CD72C-D80D-27CB-D8EE-7D156F905C10}"/>
          </ac:spMkLst>
        </pc:spChg>
      </pc:sldChg>
      <pc:sldChg chg="addSp delSp modSp mod ord setBg">
        <pc:chgData name="Sofia Torgovezky" userId="5fc8b4be-fc39-4290-9991-bfb6c0a880e2" providerId="ADAL" clId="{42487C1D-7798-42A4-9619-8280C9DE54F3}" dt="2026-07-05T10:03:51.366" v="1421" actId="13926"/>
        <pc:sldMkLst>
          <pc:docMk/>
          <pc:sldMk cId="1052596314" sldId="263"/>
        </pc:sldMkLst>
        <pc:spChg chg="del mod">
          <ac:chgData name="Sofia Torgovezky" userId="5fc8b4be-fc39-4290-9991-bfb6c0a880e2" providerId="ADAL" clId="{42487C1D-7798-42A4-9619-8280C9DE54F3}" dt="2026-07-05T10:02:11.508" v="1408" actId="478"/>
          <ac:spMkLst>
            <pc:docMk/>
            <pc:sldMk cId="1052596314" sldId="263"/>
            <ac:spMk id="2" creationId="{7E7E938D-B93C-CF69-D761-5FFA0B7E5C4E}"/>
          </ac:spMkLst>
        </pc:spChg>
        <pc:spChg chg="add del mod">
          <ac:chgData name="Sofia Torgovezky" userId="5fc8b4be-fc39-4290-9991-bfb6c0a880e2" providerId="ADAL" clId="{42487C1D-7798-42A4-9619-8280C9DE54F3}" dt="2026-07-05T10:02:13.985" v="1409" actId="478"/>
          <ac:spMkLst>
            <pc:docMk/>
            <pc:sldMk cId="1052596314" sldId="263"/>
            <ac:spMk id="4" creationId="{3F1EA149-E040-F325-D94E-8586DBBEEA31}"/>
          </ac:spMkLst>
        </pc:spChg>
        <pc:spChg chg="add del">
          <ac:chgData name="Sofia Torgovezky" userId="5fc8b4be-fc39-4290-9991-bfb6c0a880e2" providerId="ADAL" clId="{42487C1D-7798-42A4-9619-8280C9DE54F3}" dt="2026-07-05T09:55:06.821" v="1371" actId="26606"/>
          <ac:spMkLst>
            <pc:docMk/>
            <pc:sldMk cId="1052596314" sldId="263"/>
            <ac:spMk id="10" creationId="{4D7B8F8F-4528-4480-AFA3-A006195F5AAC}"/>
          </ac:spMkLst>
        </pc:spChg>
        <pc:spChg chg="add del">
          <ac:chgData name="Sofia Torgovezky" userId="5fc8b4be-fc39-4290-9991-bfb6c0a880e2" providerId="ADAL" clId="{42487C1D-7798-42A4-9619-8280C9DE54F3}" dt="2026-07-05T09:55:06.821" v="1371" actId="26606"/>
          <ac:spMkLst>
            <pc:docMk/>
            <pc:sldMk cId="1052596314" sldId="263"/>
            <ac:spMk id="12" creationId="{4F8B2185-AE38-43EA-9FA9-E5378AD730D2}"/>
          </ac:spMkLst>
        </pc:spChg>
        <pc:spChg chg="add del">
          <ac:chgData name="Sofia Torgovezky" userId="5fc8b4be-fc39-4290-9991-bfb6c0a880e2" providerId="ADAL" clId="{42487C1D-7798-42A4-9619-8280C9DE54F3}" dt="2026-07-05T09:55:06.821" v="1371" actId="26606"/>
          <ac:spMkLst>
            <pc:docMk/>
            <pc:sldMk cId="1052596314" sldId="263"/>
            <ac:spMk id="14" creationId="{0D36BD5A-BF22-48CD-8A55-28B19177CE42}"/>
          </ac:spMkLst>
        </pc:spChg>
        <pc:spChg chg="add del">
          <ac:chgData name="Sofia Torgovezky" userId="5fc8b4be-fc39-4290-9991-bfb6c0a880e2" providerId="ADAL" clId="{42487C1D-7798-42A4-9619-8280C9DE54F3}" dt="2026-07-05T09:58:45.128" v="1386" actId="26606"/>
          <ac:spMkLst>
            <pc:docMk/>
            <pc:sldMk cId="1052596314" sldId="263"/>
            <ac:spMk id="19" creationId="{4D7B8F8F-4528-4480-AFA3-A006195F5AAC}"/>
          </ac:spMkLst>
        </pc:spChg>
        <pc:spChg chg="add del">
          <ac:chgData name="Sofia Torgovezky" userId="5fc8b4be-fc39-4290-9991-bfb6c0a880e2" providerId="ADAL" clId="{42487C1D-7798-42A4-9619-8280C9DE54F3}" dt="2026-07-05T09:58:45.128" v="1386" actId="26606"/>
          <ac:spMkLst>
            <pc:docMk/>
            <pc:sldMk cId="1052596314" sldId="263"/>
            <ac:spMk id="21" creationId="{4F8B2185-AE38-43EA-9FA9-E5378AD730D2}"/>
          </ac:spMkLst>
        </pc:spChg>
        <pc:spChg chg="add del">
          <ac:chgData name="Sofia Torgovezky" userId="5fc8b4be-fc39-4290-9991-bfb6c0a880e2" providerId="ADAL" clId="{42487C1D-7798-42A4-9619-8280C9DE54F3}" dt="2026-07-05T09:58:45.128" v="1386" actId="26606"/>
          <ac:spMkLst>
            <pc:docMk/>
            <pc:sldMk cId="1052596314" sldId="263"/>
            <ac:spMk id="23" creationId="{0D36BD5A-BF22-48CD-8A55-28B19177CE42}"/>
          </ac:spMkLst>
        </pc:spChg>
        <pc:spChg chg="add del">
          <ac:chgData name="Sofia Torgovezky" userId="5fc8b4be-fc39-4290-9991-bfb6c0a880e2" providerId="ADAL" clId="{42487C1D-7798-42A4-9619-8280C9DE54F3}" dt="2026-07-05T09:58:45.045" v="1385" actId="26606"/>
          <ac:spMkLst>
            <pc:docMk/>
            <pc:sldMk cId="1052596314" sldId="263"/>
            <ac:spMk id="28" creationId="{4D7B8F8F-4528-4480-AFA3-A006195F5AAC}"/>
          </ac:spMkLst>
        </pc:spChg>
        <pc:spChg chg="add del">
          <ac:chgData name="Sofia Torgovezky" userId="5fc8b4be-fc39-4290-9991-bfb6c0a880e2" providerId="ADAL" clId="{42487C1D-7798-42A4-9619-8280C9DE54F3}" dt="2026-07-05T09:58:45.045" v="1385" actId="26606"/>
          <ac:spMkLst>
            <pc:docMk/>
            <pc:sldMk cId="1052596314" sldId="263"/>
            <ac:spMk id="30" creationId="{4F8B2185-AE38-43EA-9FA9-E5378AD730D2}"/>
          </ac:spMkLst>
        </pc:spChg>
        <pc:spChg chg="add del">
          <ac:chgData name="Sofia Torgovezky" userId="5fc8b4be-fc39-4290-9991-bfb6c0a880e2" providerId="ADAL" clId="{42487C1D-7798-42A4-9619-8280C9DE54F3}" dt="2026-07-05T09:58:45.045" v="1385" actId="26606"/>
          <ac:spMkLst>
            <pc:docMk/>
            <pc:sldMk cId="1052596314" sldId="263"/>
            <ac:spMk id="32" creationId="{0D36BD5A-BF22-48CD-8A55-28B19177CE42}"/>
          </ac:spMkLst>
        </pc:spChg>
        <pc:graphicFrameChg chg="add mod modGraphic">
          <ac:chgData name="Sofia Torgovezky" userId="5fc8b4be-fc39-4290-9991-bfb6c0a880e2" providerId="ADAL" clId="{42487C1D-7798-42A4-9619-8280C9DE54F3}" dt="2026-07-05T10:03:51.366" v="1421" actId="13926"/>
          <ac:graphicFrameMkLst>
            <pc:docMk/>
            <pc:sldMk cId="1052596314" sldId="263"/>
            <ac:graphicFrameMk id="5" creationId="{6BAEF8D5-F06B-D081-487D-37D5093E3B66}"/>
          </ac:graphicFrameMkLst>
        </pc:graphicFrameChg>
      </pc:sldChg>
      <pc:sldChg chg="modSp new del mod">
        <pc:chgData name="Sofia Torgovezky" userId="5fc8b4be-fc39-4290-9991-bfb6c0a880e2" providerId="ADAL" clId="{42487C1D-7798-42A4-9619-8280C9DE54F3}" dt="2026-07-05T10:11:34.148" v="1926" actId="2696"/>
        <pc:sldMkLst>
          <pc:docMk/>
          <pc:sldMk cId="1340221209" sldId="268"/>
        </pc:sldMkLst>
      </pc:sldChg>
      <pc:sldChg chg="addSp delSp modSp new del mod setBg">
        <pc:chgData name="Sofia Torgovezky" userId="5fc8b4be-fc39-4290-9991-bfb6c0a880e2" providerId="ADAL" clId="{42487C1D-7798-42A4-9619-8280C9DE54F3}" dt="2026-07-05T10:11:47.723" v="1928" actId="2696"/>
        <pc:sldMkLst>
          <pc:docMk/>
          <pc:sldMk cId="712931968" sldId="269"/>
        </pc:sldMkLst>
      </pc:sldChg>
      <pc:sldChg chg="modSp add del mod">
        <pc:chgData name="Sofia Torgovezky" userId="5fc8b4be-fc39-4290-9991-bfb6c0a880e2" providerId="ADAL" clId="{42487C1D-7798-42A4-9619-8280C9DE54F3}" dt="2026-07-05T10:11:53.348" v="1929" actId="2696"/>
        <pc:sldMkLst>
          <pc:docMk/>
          <pc:sldMk cId="3582275394" sldId="270"/>
        </pc:sldMkLst>
      </pc:sldChg>
      <pc:sldChg chg="modSp add mod">
        <pc:chgData name="Sofia Torgovezky" userId="5fc8b4be-fc39-4290-9991-bfb6c0a880e2" providerId="ADAL" clId="{42487C1D-7798-42A4-9619-8280C9DE54F3}" dt="2026-07-05T10:31:58.867" v="2319" actId="113"/>
        <pc:sldMkLst>
          <pc:docMk/>
          <pc:sldMk cId="344083370" sldId="271"/>
        </pc:sldMkLst>
        <pc:spChg chg="mod">
          <ac:chgData name="Sofia Torgovezky" userId="5fc8b4be-fc39-4290-9991-bfb6c0a880e2" providerId="ADAL" clId="{42487C1D-7798-42A4-9619-8280C9DE54F3}" dt="2026-07-05T10:31:58.867" v="2319" actId="113"/>
          <ac:spMkLst>
            <pc:docMk/>
            <pc:sldMk cId="344083370" sldId="271"/>
            <ac:spMk id="3" creationId="{CA6E7359-D4B0-A9D3-4DBD-49D3ECDFF934}"/>
          </ac:spMkLst>
        </pc:spChg>
      </pc:sldChg>
      <pc:sldChg chg="modSp new mod">
        <pc:chgData name="Sofia Torgovezky" userId="5fc8b4be-fc39-4290-9991-bfb6c0a880e2" providerId="ADAL" clId="{42487C1D-7798-42A4-9619-8280C9DE54F3}" dt="2026-07-05T10:44:07.267" v="2358" actId="20577"/>
        <pc:sldMkLst>
          <pc:docMk/>
          <pc:sldMk cId="884108417" sldId="272"/>
        </pc:sldMkLst>
        <pc:spChg chg="mod">
          <ac:chgData name="Sofia Torgovezky" userId="5fc8b4be-fc39-4290-9991-bfb6c0a880e2" providerId="ADAL" clId="{42487C1D-7798-42A4-9619-8280C9DE54F3}" dt="2026-07-05T10:12:11.384" v="1952" actId="20577"/>
          <ac:spMkLst>
            <pc:docMk/>
            <pc:sldMk cId="884108417" sldId="272"/>
            <ac:spMk id="2" creationId="{C203849A-EEB3-240F-C1B9-6028969089C9}"/>
          </ac:spMkLst>
        </pc:spChg>
        <pc:spChg chg="mod">
          <ac:chgData name="Sofia Torgovezky" userId="5fc8b4be-fc39-4290-9991-bfb6c0a880e2" providerId="ADAL" clId="{42487C1D-7798-42A4-9619-8280C9DE54F3}" dt="2026-07-05T10:44:07.267" v="2358" actId="20577"/>
          <ac:spMkLst>
            <pc:docMk/>
            <pc:sldMk cId="884108417" sldId="272"/>
            <ac:spMk id="3" creationId="{BAC8F47D-283D-16C1-DADA-91E591162245}"/>
          </ac:spMkLst>
        </pc:spChg>
      </pc:sldChg>
      <pc:sldChg chg="modSp new mod">
        <pc:chgData name="Sofia Torgovezky" userId="5fc8b4be-fc39-4290-9991-bfb6c0a880e2" providerId="ADAL" clId="{42487C1D-7798-42A4-9619-8280C9DE54F3}" dt="2026-07-05T10:23:30.178" v="2149" actId="113"/>
        <pc:sldMkLst>
          <pc:docMk/>
          <pc:sldMk cId="2850700841" sldId="273"/>
        </pc:sldMkLst>
        <pc:spChg chg="mod">
          <ac:chgData name="Sofia Torgovezky" userId="5fc8b4be-fc39-4290-9991-bfb6c0a880e2" providerId="ADAL" clId="{42487C1D-7798-42A4-9619-8280C9DE54F3}" dt="2026-07-05T10:21:54.981" v="2131" actId="5793"/>
          <ac:spMkLst>
            <pc:docMk/>
            <pc:sldMk cId="2850700841" sldId="273"/>
            <ac:spMk id="2" creationId="{84AAEC2E-13FC-A23A-5274-668417437FD3}"/>
          </ac:spMkLst>
        </pc:spChg>
        <pc:spChg chg="mod">
          <ac:chgData name="Sofia Torgovezky" userId="5fc8b4be-fc39-4290-9991-bfb6c0a880e2" providerId="ADAL" clId="{42487C1D-7798-42A4-9619-8280C9DE54F3}" dt="2026-07-05T10:23:30.178" v="2149" actId="113"/>
          <ac:spMkLst>
            <pc:docMk/>
            <pc:sldMk cId="2850700841" sldId="273"/>
            <ac:spMk id="3" creationId="{A381F361-108D-C494-2E89-96AEFC22B5B0}"/>
          </ac:spMkLst>
        </pc:spChg>
      </pc:sldChg>
      <pc:sldChg chg="modSp new mod modNotesTx">
        <pc:chgData name="Sofia Torgovezky" userId="5fc8b4be-fc39-4290-9991-bfb6c0a880e2" providerId="ADAL" clId="{42487C1D-7798-42A4-9619-8280C9DE54F3}" dt="2026-07-05T10:36:17.019" v="2352" actId="782"/>
        <pc:sldMkLst>
          <pc:docMk/>
          <pc:sldMk cId="774815110" sldId="274"/>
        </pc:sldMkLst>
        <pc:spChg chg="mod">
          <ac:chgData name="Sofia Torgovezky" userId="5fc8b4be-fc39-4290-9991-bfb6c0a880e2" providerId="ADAL" clId="{42487C1D-7798-42A4-9619-8280C9DE54F3}" dt="2026-07-05T10:23:48.411" v="2160" actId="20577"/>
          <ac:spMkLst>
            <pc:docMk/>
            <pc:sldMk cId="774815110" sldId="274"/>
            <ac:spMk id="2" creationId="{1730382B-0B44-D923-7184-8A16BC636837}"/>
          </ac:spMkLst>
        </pc:spChg>
        <pc:spChg chg="mod">
          <ac:chgData name="Sofia Torgovezky" userId="5fc8b4be-fc39-4290-9991-bfb6c0a880e2" providerId="ADAL" clId="{42487C1D-7798-42A4-9619-8280C9DE54F3}" dt="2026-07-05T10:24:03.918" v="2162"/>
          <ac:spMkLst>
            <pc:docMk/>
            <pc:sldMk cId="774815110" sldId="274"/>
            <ac:spMk id="3" creationId="{A8767B11-7564-828C-B582-0D78F33C081B}"/>
          </ac:spMkLst>
        </pc:spChg>
      </pc:sldChg>
      <pc:sldChg chg="delSp modSp new del mod">
        <pc:chgData name="Sofia Torgovezky" userId="5fc8b4be-fc39-4290-9991-bfb6c0a880e2" providerId="ADAL" clId="{42487C1D-7798-42A4-9619-8280C9DE54F3}" dt="2026-07-05T10:34:07.505" v="2336" actId="2696"/>
        <pc:sldMkLst>
          <pc:docMk/>
          <pc:sldMk cId="152708724" sldId="275"/>
        </pc:sldMkLst>
        <pc:spChg chg="mod">
          <ac:chgData name="Sofia Torgovezky" userId="5fc8b4be-fc39-4290-9991-bfb6c0a880e2" providerId="ADAL" clId="{42487C1D-7798-42A4-9619-8280C9DE54F3}" dt="2026-07-05T10:33:53.768" v="2334" actId="20577"/>
          <ac:spMkLst>
            <pc:docMk/>
            <pc:sldMk cId="152708724" sldId="275"/>
            <ac:spMk id="2" creationId="{4529F589-0685-B0EF-4BB0-C7A09F3286BB}"/>
          </ac:spMkLst>
        </pc:spChg>
        <pc:spChg chg="del">
          <ac:chgData name="Sofia Torgovezky" userId="5fc8b4be-fc39-4290-9991-bfb6c0a880e2" providerId="ADAL" clId="{42487C1D-7798-42A4-9619-8280C9DE54F3}" dt="2026-07-05T10:33:58.811" v="2335" actId="478"/>
          <ac:spMkLst>
            <pc:docMk/>
            <pc:sldMk cId="152708724" sldId="275"/>
            <ac:spMk id="3" creationId="{78AFA955-44B6-9908-76B7-BE579B2D682D}"/>
          </ac:spMkLst>
        </pc:spChg>
      </pc:sldChg>
      <pc:sldChg chg="modSp add mod ord">
        <pc:chgData name="Sofia Torgovezky" userId="5fc8b4be-fc39-4290-9991-bfb6c0a880e2" providerId="ADAL" clId="{42487C1D-7798-42A4-9619-8280C9DE54F3}" dt="2026-07-05T10:34:27.834" v="2351" actId="20577"/>
        <pc:sldMkLst>
          <pc:docMk/>
          <pc:sldMk cId="3706825834" sldId="275"/>
        </pc:sldMkLst>
        <pc:spChg chg="mod">
          <ac:chgData name="Sofia Torgovezky" userId="5fc8b4be-fc39-4290-9991-bfb6c0a880e2" providerId="ADAL" clId="{42487C1D-7798-42A4-9619-8280C9DE54F3}" dt="2026-07-05T10:34:27.834" v="2351" actId="20577"/>
          <ac:spMkLst>
            <pc:docMk/>
            <pc:sldMk cId="3706825834" sldId="275"/>
            <ac:spMk id="2" creationId="{B46A1F2F-AB3E-2689-4CDC-3A11F9ACEF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D7E5E-A0A0-42B0-BDE6-239B3215F295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32A1-8121-4809-904A-89DBB5B546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692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IL" dirty="0" err="1"/>
              <a:t>הסבירות</a:t>
            </a:r>
            <a:r>
              <a:rPr lang="en-IL" dirty="0"/>
              <a:t> </a:t>
            </a:r>
            <a:r>
              <a:rPr lang="en-IL" dirty="0" err="1"/>
              <a:t>ליתרון</a:t>
            </a:r>
            <a:r>
              <a:rPr lang="en-IL" dirty="0"/>
              <a:t> </a:t>
            </a:r>
            <a:r>
              <a:rPr lang="en-IL" dirty="0" err="1"/>
              <a:t>היא</a:t>
            </a:r>
            <a:r>
              <a:rPr lang="en-IL" dirty="0"/>
              <a:t> </a:t>
            </a:r>
            <a:r>
              <a:rPr lang="en-IL" b="1" dirty="0"/>
              <a:t>77%</a:t>
            </a:r>
            <a:r>
              <a:rPr lang="en-IL" dirty="0"/>
              <a:t>. </a:t>
            </a:r>
            <a:r>
              <a:rPr lang="en-IL" dirty="0" err="1"/>
              <a:t>זהו</a:t>
            </a:r>
            <a:r>
              <a:rPr lang="en-IL" dirty="0"/>
              <a:t> </a:t>
            </a:r>
            <a:r>
              <a:rPr lang="en-IL" dirty="0" err="1"/>
              <a:t>נתון</a:t>
            </a:r>
            <a:r>
              <a:rPr lang="en-IL" dirty="0"/>
              <a:t> </a:t>
            </a:r>
            <a:r>
              <a:rPr lang="en-IL" dirty="0" err="1"/>
              <a:t>גבוה</a:t>
            </a:r>
            <a:r>
              <a:rPr lang="en-IL" dirty="0"/>
              <a:t> </a:t>
            </a:r>
            <a:r>
              <a:rPr lang="en-IL" dirty="0" err="1"/>
              <a:t>מאוד</a:t>
            </a:r>
            <a:r>
              <a:rPr lang="en-IL" dirty="0"/>
              <a:t>! </a:t>
            </a:r>
            <a:r>
              <a:rPr lang="en-IL" dirty="0" err="1"/>
              <a:t>המשמעות</a:t>
            </a:r>
            <a:r>
              <a:rPr lang="en-IL" dirty="0"/>
              <a:t> </a:t>
            </a:r>
            <a:r>
              <a:rPr lang="en-IL" dirty="0" err="1"/>
              <a:t>שלו</a:t>
            </a:r>
            <a:r>
              <a:rPr lang="en-IL" dirty="0"/>
              <a:t> </a:t>
            </a:r>
            <a:r>
              <a:rPr lang="en-IL" dirty="0" err="1"/>
              <a:t>היא</a:t>
            </a:r>
            <a:r>
              <a:rPr lang="en-IL" dirty="0"/>
              <a:t> </a:t>
            </a:r>
            <a:r>
              <a:rPr lang="en-IL" dirty="0" err="1"/>
              <a:t>שאם</a:t>
            </a:r>
            <a:r>
              <a:rPr lang="en-IL" dirty="0"/>
              <a:t> </a:t>
            </a:r>
            <a:r>
              <a:rPr lang="en-IL" dirty="0" err="1"/>
              <a:t>נבחר</a:t>
            </a:r>
            <a:r>
              <a:rPr lang="en-IL" dirty="0"/>
              <a:t> </a:t>
            </a:r>
            <a:r>
              <a:rPr lang="en-IL" dirty="0" err="1"/>
              <a:t>באקראי</a:t>
            </a:r>
            <a:r>
              <a:rPr lang="en-IL" dirty="0"/>
              <a:t> </a:t>
            </a:r>
            <a:r>
              <a:rPr lang="en-IL" b="1" dirty="0" err="1"/>
              <a:t>משפט</a:t>
            </a:r>
            <a:r>
              <a:rPr lang="en-IL" b="1" dirty="0"/>
              <a:t> </a:t>
            </a:r>
            <a:r>
              <a:rPr lang="en-IL" b="1" dirty="0" err="1"/>
              <a:t>אחד</a:t>
            </a:r>
            <a:r>
              <a:rPr lang="en-IL" b="1" dirty="0"/>
              <a:t> </a:t>
            </a:r>
            <a:r>
              <a:rPr lang="en-IL" b="1" dirty="0" err="1"/>
              <a:t>בודד</a:t>
            </a:r>
            <a:r>
              <a:rPr lang="en-IL" dirty="0"/>
              <a:t> </a:t>
            </a:r>
            <a:r>
              <a:rPr lang="en-IL" dirty="0" err="1"/>
              <a:t>מתוך</a:t>
            </a:r>
            <a:r>
              <a:rPr lang="en-IL" dirty="0"/>
              <a:t> </a:t>
            </a:r>
            <a:r>
              <a:rPr lang="en-IL" dirty="0" err="1"/>
              <a:t>הקובץ</a:t>
            </a:r>
            <a:r>
              <a:rPr lang="en-IL" dirty="0"/>
              <a:t>, </a:t>
            </a:r>
            <a:r>
              <a:rPr lang="en-IL" dirty="0" err="1"/>
              <a:t>ונבחר</a:t>
            </a:r>
            <a:r>
              <a:rPr lang="en-IL" dirty="0"/>
              <a:t> </a:t>
            </a:r>
            <a:r>
              <a:rPr lang="en-IL" dirty="0" err="1"/>
              <a:t>באקראי</a:t>
            </a:r>
            <a:r>
              <a:rPr lang="en-IL" dirty="0"/>
              <a:t> </a:t>
            </a:r>
            <a:r>
              <a:rPr lang="en-IL" b="1" dirty="0" err="1"/>
              <a:t>מתייג</a:t>
            </a:r>
            <a:r>
              <a:rPr lang="en-IL" b="1" dirty="0"/>
              <a:t> </a:t>
            </a:r>
            <a:r>
              <a:rPr lang="en-IL" b="1" dirty="0" err="1"/>
              <a:t>אנושי</a:t>
            </a:r>
            <a:r>
              <a:rPr lang="en-IL" b="1" dirty="0"/>
              <a:t> </a:t>
            </a:r>
            <a:r>
              <a:rPr lang="en-IL" b="1" dirty="0" err="1"/>
              <a:t>אחד</a:t>
            </a:r>
            <a:r>
              <a:rPr lang="en-IL" dirty="0"/>
              <a:t>, ב-77% </a:t>
            </a:r>
            <a:r>
              <a:rPr lang="en-IL" dirty="0" err="1"/>
              <a:t>מהמקרים</a:t>
            </a:r>
            <a:r>
              <a:rPr lang="en-IL" dirty="0"/>
              <a:t> </a:t>
            </a:r>
            <a:r>
              <a:rPr lang="en-IL" dirty="0" err="1"/>
              <a:t>הציון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המודל</a:t>
            </a:r>
            <a:r>
              <a:rPr lang="en-IL" dirty="0"/>
              <a:t> </a:t>
            </a:r>
            <a:r>
              <a:rPr lang="en-IL" dirty="0" err="1"/>
              <a:t>יהיה</a:t>
            </a:r>
            <a:r>
              <a:rPr lang="en-IL" dirty="0"/>
              <a:t> </a:t>
            </a:r>
            <a:r>
              <a:rPr lang="en-IL" dirty="0" err="1"/>
              <a:t>מדויק</a:t>
            </a:r>
            <a:r>
              <a:rPr lang="en-IL" dirty="0"/>
              <a:t> </a:t>
            </a:r>
            <a:r>
              <a:rPr lang="en-IL" dirty="0" err="1"/>
              <a:t>יותר</a:t>
            </a:r>
            <a:r>
              <a:rPr lang="en-IL" dirty="0"/>
              <a:t> (</a:t>
            </a:r>
            <a:r>
              <a:rPr lang="en-IL" dirty="0" err="1"/>
              <a:t>או</a:t>
            </a:r>
            <a:r>
              <a:rPr lang="en-IL" dirty="0"/>
              <a:t> </a:t>
            </a:r>
            <a:r>
              <a:rPr lang="en-IL" dirty="0" err="1"/>
              <a:t>לפחות</a:t>
            </a:r>
            <a:r>
              <a:rPr lang="en-IL" dirty="0"/>
              <a:t> </a:t>
            </a:r>
            <a:r>
              <a:rPr lang="en-IL" dirty="0" err="1"/>
              <a:t>שווה</a:t>
            </a:r>
            <a:r>
              <a:rPr lang="en-IL" dirty="0"/>
              <a:t> </a:t>
            </a:r>
            <a:r>
              <a:rPr lang="en-IL" dirty="0" err="1"/>
              <a:t>ברמתו</a:t>
            </a:r>
            <a:r>
              <a:rPr lang="en-IL" dirty="0"/>
              <a:t>) </a:t>
            </a:r>
            <a:r>
              <a:rPr lang="en-IL" dirty="0" err="1"/>
              <a:t>לציון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אותו</a:t>
            </a:r>
            <a:r>
              <a:rPr lang="en-IL" dirty="0"/>
              <a:t> </a:t>
            </a:r>
            <a:r>
              <a:rPr lang="en-IL" dirty="0" err="1"/>
              <a:t>אדם</a:t>
            </a:r>
            <a:r>
              <a:rPr lang="en-I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32A1-8121-4809-904A-89DBB5B546B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516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257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590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096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004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626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251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7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700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113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66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648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22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87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403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8764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04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2A73E-C8EA-4AA6-9622-80AC6EA76831}" type="datetimeFigureOut">
              <a:rPr lang="en-IL" smtClean="0"/>
              <a:t>09/07/2026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020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CA36-65B5-0B29-4100-9AEDD2C50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/>
              <a:t>Meeting 3: </a:t>
            </a:r>
            <a:r>
              <a:rPr lang="en-US" dirty="0"/>
              <a:t>Sarcasm </a:t>
            </a:r>
            <a:r>
              <a:rPr lang="en-IL" dirty="0"/>
              <a:t>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E6F11-F52F-C266-6508-90D748803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Group 5: Anat, Sofia, Aya, </a:t>
            </a:r>
            <a:r>
              <a:rPr lang="en-US" dirty="0" err="1"/>
              <a:t>Yehoraz</a:t>
            </a:r>
            <a:endParaRPr lang="en-US" dirty="0"/>
          </a:p>
          <a:p>
            <a:pPr algn="l"/>
            <a:r>
              <a:rPr lang="en-US" dirty="0"/>
              <a:t>Supervisor: Lotem</a:t>
            </a:r>
          </a:p>
        </p:txBody>
      </p:sp>
    </p:spTree>
    <p:extLst>
      <p:ext uri="{BB962C8B-B14F-4D97-AF65-F5344CB8AC3E}">
        <p14:creationId xmlns:p14="http://schemas.microsoft.com/office/powerpoint/2010/main" val="277974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08BD-94D5-A9CF-DA5B-203767FB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7B85-F7A2-1211-7039-9F9F2422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previous meeting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7359-D4B0-A9D3-4DBD-49D3ECDFF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7187"/>
            <a:ext cx="8596668" cy="4704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dirty="0"/>
              <a:t>We presented the results of </a:t>
            </a:r>
            <a:r>
              <a:rPr lang="en-IL" b="1" dirty="0"/>
              <a:t>OpenAI GPT-OSS 20B</a:t>
            </a:r>
            <a:r>
              <a:rPr lang="en-IL" dirty="0"/>
              <a:t> as a judge for evaluating interpretations of sarcastic tweets generated by the following models:</a:t>
            </a:r>
          </a:p>
          <a:p>
            <a:r>
              <a:rPr lang="en-IL" b="1" dirty="0"/>
              <a:t>Gemini 2.5 Flash Lite</a:t>
            </a:r>
          </a:p>
          <a:p>
            <a:r>
              <a:rPr lang="en-IL" b="1" dirty="0"/>
              <a:t>Liquid LFM 2.5-1.2B Thinking</a:t>
            </a:r>
          </a:p>
          <a:p>
            <a:r>
              <a:rPr lang="en-IL" b="1" dirty="0"/>
              <a:t>Nvidia </a:t>
            </a:r>
            <a:r>
              <a:rPr lang="en-IL" b="1" dirty="0" err="1"/>
              <a:t>Nemotron</a:t>
            </a:r>
            <a:r>
              <a:rPr lang="en-IL" b="1" dirty="0"/>
              <a:t> Nano 9B v2</a:t>
            </a:r>
          </a:p>
          <a:p>
            <a:pPr marL="0" indent="0">
              <a:buNone/>
            </a:pPr>
            <a:r>
              <a:rPr lang="en-IL" dirty="0"/>
              <a:t>At the end of the meeting, we concluded that </a:t>
            </a:r>
            <a:r>
              <a:rPr lang="en-IL" b="1" dirty="0"/>
              <a:t>we need to compare the judgments made by human annotators </a:t>
            </a:r>
            <a:r>
              <a:rPr lang="en-IL" dirty="0"/>
              <a:t>with those made by OpenAI GPT-OSS 20B to determine whether the model can be trusted as an evaluator.</a:t>
            </a:r>
          </a:p>
          <a:p>
            <a:pPr marL="0" indent="0">
              <a:buNone/>
            </a:pPr>
            <a:r>
              <a:rPr lang="en-IL" dirty="0"/>
              <a:t>To reach this conclusion, we need to perform </a:t>
            </a:r>
            <a:r>
              <a:rPr lang="en-IL" b="1" dirty="0"/>
              <a:t>ALT testing</a:t>
            </a:r>
            <a:r>
              <a:rPr lang="en-IL" dirty="0"/>
              <a:t>.</a:t>
            </a:r>
          </a:p>
          <a:p>
            <a:pPr marL="0" indent="0">
              <a:buNone/>
            </a:pPr>
            <a:r>
              <a:rPr lang="en-IL" dirty="0"/>
              <a:t>Additionally, we should experiment with an alternative prompt that includes examples to determine whether it produces higher-quality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34408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D72C-D80D-27CB-D8EE-7D156F905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L" dirty="0"/>
              <a:t>prompt sensitivity</a:t>
            </a:r>
          </a:p>
        </p:txBody>
      </p:sp>
    </p:spTree>
    <p:extLst>
      <p:ext uri="{BB962C8B-B14F-4D97-AF65-F5344CB8AC3E}">
        <p14:creationId xmlns:p14="http://schemas.microsoft.com/office/powerpoint/2010/main" val="230831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8AB14D-29C5-4D21-EBA1-81D333F93C17}"/>
              </a:ext>
            </a:extLst>
          </p:cNvPr>
          <p:cNvSpPr txBox="1"/>
          <p:nvPr/>
        </p:nvSpPr>
        <p:spPr>
          <a:xfrm>
            <a:off x="444230" y="520429"/>
            <a:ext cx="47697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400" b="1" dirty="0"/>
              <a:t>1 </a:t>
            </a:r>
            <a:br>
              <a:rPr lang="en-GB" sz="1400" b="1" dirty="0"/>
            </a:br>
            <a:r>
              <a:rPr lang="en-GB" sz="1400" b="1" dirty="0"/>
              <a:t>Task: </a:t>
            </a:r>
            <a:r>
              <a:rPr lang="en-GB" sz="1400" b="1" dirty="0">
                <a:highlight>
                  <a:srgbClr val="C0C0C0"/>
                </a:highlight>
              </a:rPr>
              <a:t>Interpret</a:t>
            </a:r>
            <a:r>
              <a:rPr lang="en-GB" sz="1400" b="1" dirty="0"/>
              <a:t> the following sarcastic tweet.</a:t>
            </a:r>
            <a:br>
              <a:rPr lang="en-GB" sz="1400" b="1" dirty="0"/>
            </a:br>
            <a:r>
              <a:rPr lang="en-GB" sz="1400" b="1" dirty="0"/>
              <a:t>Goal: Write one natural, non-sarcastic sentence that preserves the intended meaning.</a:t>
            </a:r>
            <a:br>
              <a:rPr lang="en-GB" sz="1400" b="1" dirty="0"/>
            </a:br>
            <a:r>
              <a:rPr lang="en-GB" sz="1400" b="1" dirty="0"/>
              <a:t>Rules: Output only the interpretation. Do not explain. Do not mention sarcasm.</a:t>
            </a:r>
            <a:br>
              <a:rPr lang="en-GB" sz="1400" b="1" dirty="0"/>
            </a:br>
            <a:r>
              <a:rPr lang="en-GB" sz="1400" b="1" dirty="0"/>
              <a:t>Tweet: </a:t>
            </a:r>
            <a:endParaRPr lang="he-IL" sz="1400" b="1" dirty="0"/>
          </a:p>
          <a:p>
            <a:pPr lvl="0"/>
            <a:endParaRPr lang="he-IL" sz="1400" b="1" dirty="0"/>
          </a:p>
          <a:p>
            <a:r>
              <a:rPr lang="en-GB" sz="1400" b="1" dirty="0"/>
              <a:t>2</a:t>
            </a:r>
            <a:br>
              <a:rPr lang="en-GB" sz="1400" b="1" dirty="0"/>
            </a:br>
            <a:r>
              <a:rPr lang="en-GB" sz="1400" b="1" dirty="0"/>
              <a:t>Task: </a:t>
            </a:r>
            <a:r>
              <a:rPr lang="en-GB" sz="1400" b="1" dirty="0">
                <a:highlight>
                  <a:srgbClr val="C0C0C0"/>
                </a:highlight>
              </a:rPr>
              <a:t>Translate</a:t>
            </a:r>
            <a:r>
              <a:rPr lang="en-GB" sz="1400" b="1" dirty="0"/>
              <a:t> the true meaning of this sarcastic tweet.</a:t>
            </a:r>
            <a:br>
              <a:rPr lang="en-GB" sz="1400" b="1" dirty="0"/>
            </a:br>
            <a:r>
              <a:rPr lang="en-GB" sz="1400" b="1" dirty="0"/>
              <a:t>Goal: Provide exactly one natural, non-sarcastic sentence that captures the author's real intent.</a:t>
            </a:r>
            <a:br>
              <a:rPr lang="en-GB" sz="1400" b="1" dirty="0"/>
            </a:br>
            <a:r>
              <a:rPr lang="en-GB" sz="1400" b="1" dirty="0"/>
              <a:t>Rules: Output only the sentence. No commentary.</a:t>
            </a:r>
            <a:endParaRPr lang="en-US" sz="1400" b="1" dirty="0"/>
          </a:p>
          <a:p>
            <a:pPr lvl="0"/>
            <a:endParaRPr lang="he-IL" sz="1400" b="1" dirty="0"/>
          </a:p>
          <a:p>
            <a:r>
              <a:rPr lang="en-GB" sz="1400" b="1" dirty="0"/>
              <a:t>3</a:t>
            </a:r>
            <a:br>
              <a:rPr lang="en-GB" sz="1400" b="1" dirty="0"/>
            </a:br>
            <a:r>
              <a:rPr lang="en-GB" sz="1400" b="1" dirty="0"/>
              <a:t>The following tweet is sarcastic.</a:t>
            </a:r>
            <a:br>
              <a:rPr lang="en-GB" sz="1400" b="1" dirty="0"/>
            </a:br>
            <a:r>
              <a:rPr lang="en-GB" sz="1400" b="1" dirty="0">
                <a:highlight>
                  <a:srgbClr val="C0C0C0"/>
                </a:highlight>
              </a:rPr>
              <a:t>Rewrite</a:t>
            </a:r>
            <a:r>
              <a:rPr lang="en-GB" sz="1400" b="1" dirty="0"/>
              <a:t> it as a sincere statement that conveys the author's intended meaning.</a:t>
            </a:r>
            <a:br>
              <a:rPr lang="en-GB" sz="1400" b="1" dirty="0"/>
            </a:br>
            <a:r>
              <a:rPr lang="en-GB" sz="1400" b="1" dirty="0">
                <a:highlight>
                  <a:srgbClr val="C0C0C0"/>
                </a:highlight>
              </a:rPr>
              <a:t>Use proper spacing between words.</a:t>
            </a:r>
            <a:br>
              <a:rPr lang="en-GB" sz="1400" b="1" dirty="0">
                <a:highlight>
                  <a:srgbClr val="C0C0C0"/>
                </a:highlight>
              </a:rPr>
            </a:br>
            <a:r>
              <a:rPr lang="en-GB" sz="1400" b="1" dirty="0">
                <a:highlight>
                  <a:srgbClr val="C0C0C0"/>
                </a:highlight>
              </a:rPr>
              <a:t>Do not merge words together.</a:t>
            </a:r>
            <a:br>
              <a:rPr lang="en-GB" sz="1400" b="1" dirty="0">
                <a:highlight>
                  <a:srgbClr val="FFFF00"/>
                </a:highlight>
              </a:rPr>
            </a:br>
            <a:r>
              <a:rPr lang="en-GB" sz="1400" b="1" dirty="0"/>
              <a:t>Output only one grammatical sentence.</a:t>
            </a:r>
            <a:br>
              <a:rPr lang="en-GB" sz="1400" b="1" dirty="0"/>
            </a:br>
            <a:r>
              <a:rPr lang="en-GB" sz="1400" b="1" dirty="0"/>
              <a:t>Tweet:</a:t>
            </a:r>
            <a:endParaRPr lang="en-US" sz="1400" b="1" dirty="0"/>
          </a:p>
          <a:p>
            <a:pPr lvl="0"/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05BF0-C14B-186A-F2CC-424884119BF8}"/>
              </a:ext>
            </a:extLst>
          </p:cNvPr>
          <p:cNvSpPr txBox="1"/>
          <p:nvPr/>
        </p:nvSpPr>
        <p:spPr>
          <a:xfrm>
            <a:off x="5363183" y="520429"/>
            <a:ext cx="508432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/>
              <a:t>4</a:t>
            </a:r>
            <a:br>
              <a:rPr lang="en-US" sz="1400" b="1" dirty="0"/>
            </a:br>
            <a:r>
              <a:rPr lang="en-IL" sz="1400" b="1" dirty="0"/>
              <a:t>Task: </a:t>
            </a:r>
            <a:r>
              <a:rPr lang="en-IL" sz="1400" b="1" dirty="0">
                <a:highlight>
                  <a:srgbClr val="C0C0C0"/>
                </a:highlight>
              </a:rPr>
              <a:t>Convert</a:t>
            </a:r>
            <a:r>
              <a:rPr lang="en-IL" sz="1400" b="1" dirty="0"/>
              <a:t> the intended meaning of the following sarcastic tweet into a sincere, non-sarcastic statement.</a:t>
            </a:r>
            <a:endParaRPr lang="en-IL" sz="1400" dirty="0"/>
          </a:p>
          <a:p>
            <a:pPr lvl="0"/>
            <a:r>
              <a:rPr lang="en-IL" sz="1400" b="1" dirty="0"/>
              <a:t>Goal: Express what the author actually means rather than what is literally written.</a:t>
            </a:r>
            <a:endParaRPr lang="en-IL" sz="1400" dirty="0"/>
          </a:p>
          <a:p>
            <a:pPr lvl="0"/>
            <a:r>
              <a:rPr lang="en-IL" sz="1400" b="1" dirty="0"/>
              <a:t>Rules:</a:t>
            </a:r>
            <a:endParaRPr lang="en-IL" sz="1400" dirty="0"/>
          </a:p>
          <a:p>
            <a:pPr lvl="0"/>
            <a:r>
              <a:rPr lang="en-IL" sz="1400" b="1" dirty="0"/>
              <a:t>Output exactly one sentence.</a:t>
            </a:r>
            <a:endParaRPr lang="en-IL" sz="1400" dirty="0"/>
          </a:p>
          <a:p>
            <a:pPr lvl="0"/>
            <a:r>
              <a:rPr lang="en-IL" sz="1400" b="1" dirty="0"/>
              <a:t>No explanations or additional text.</a:t>
            </a:r>
            <a:endParaRPr lang="en-IL" sz="1400" dirty="0"/>
          </a:p>
          <a:p>
            <a:pPr lvl="0"/>
            <a:r>
              <a:rPr lang="en-IL" sz="1400" b="1" dirty="0"/>
              <a:t>Preserve the original meaning and sentiment.</a:t>
            </a:r>
            <a:endParaRPr lang="en-IL" sz="1400" dirty="0"/>
          </a:p>
          <a:p>
            <a:pPr lvl="0"/>
            <a:r>
              <a:rPr lang="en-IL" sz="1400" b="1" dirty="0"/>
              <a:t>Convert sarcasm into its intended literal meaning.</a:t>
            </a:r>
            <a:endParaRPr lang="en-IL" sz="1400" dirty="0"/>
          </a:p>
          <a:p>
            <a:pPr lvl="0"/>
            <a:r>
              <a:rPr lang="en-IL" sz="1400" b="1" dirty="0">
                <a:highlight>
                  <a:srgbClr val="C0C0C0"/>
                </a:highlight>
              </a:rPr>
              <a:t>Examples:</a:t>
            </a:r>
            <a:endParaRPr lang="en-IL" sz="1400" dirty="0">
              <a:highlight>
                <a:srgbClr val="C0C0C0"/>
              </a:highlight>
            </a:endParaRPr>
          </a:p>
          <a:p>
            <a:pPr lvl="0"/>
            <a:r>
              <a:rPr lang="en-IL" sz="1400" b="1" dirty="0"/>
              <a:t>Sarcastic tweet:</a:t>
            </a:r>
            <a:br>
              <a:rPr lang="en-IL" sz="1400" b="1" dirty="0"/>
            </a:br>
            <a:r>
              <a:rPr lang="en-IL" sz="1400" b="1" dirty="0"/>
              <a:t>love how a lot of ppl quit clash for agar io</a:t>
            </a:r>
            <a:endParaRPr lang="en-IL" sz="1400" dirty="0"/>
          </a:p>
          <a:p>
            <a:pPr lvl="0"/>
            <a:r>
              <a:rPr lang="en-IL" sz="1400" b="1" dirty="0"/>
              <a:t>Output:</a:t>
            </a:r>
            <a:br>
              <a:rPr lang="en-IL" sz="1400" b="1" dirty="0"/>
            </a:br>
            <a:r>
              <a:rPr lang="en-IL" sz="1400" b="1" dirty="0"/>
              <a:t>hate how a lot of people quit clash for agar io</a:t>
            </a:r>
            <a:endParaRPr lang="en-IL" sz="1400" dirty="0"/>
          </a:p>
          <a:p>
            <a:pPr lvl="0"/>
            <a:r>
              <a:rPr lang="en-IL" sz="1400" b="1" dirty="0"/>
              <a:t>Sarcastic tweet:</a:t>
            </a:r>
            <a:br>
              <a:rPr lang="en-IL" sz="1400" b="1" dirty="0"/>
            </a:br>
            <a:r>
              <a:rPr lang="en-IL" sz="1400" b="1" dirty="0"/>
              <a:t>oh yay looks like australia is heading to the election booth early july here comes 8 annoying weeks of campaigning</a:t>
            </a:r>
            <a:endParaRPr lang="en-IL" sz="1400" dirty="0"/>
          </a:p>
          <a:p>
            <a:pPr lvl="0"/>
            <a:r>
              <a:rPr lang="en-IL" sz="1400" b="1" dirty="0"/>
              <a:t>Output:</a:t>
            </a:r>
            <a:br>
              <a:rPr lang="en-IL" sz="1400" b="1" dirty="0"/>
            </a:br>
            <a:r>
              <a:rPr lang="en-IL" sz="1400" b="1" dirty="0"/>
              <a:t>oh no looks like australia is heading to the election booth early july here comes 8 annoying weeks of campaigning</a:t>
            </a:r>
            <a:endParaRPr lang="en-IL" sz="1400" dirty="0"/>
          </a:p>
          <a:p>
            <a:pPr lvl="0"/>
            <a:r>
              <a:rPr lang="en-IL" sz="1400" b="1" dirty="0"/>
              <a:t>Sarcastic tweet:</a:t>
            </a:r>
            <a:br>
              <a:rPr lang="en-IL" sz="1400" b="1" dirty="0"/>
            </a:br>
            <a:r>
              <a:rPr lang="en-IL" sz="1400" b="1" dirty="0"/>
              <a:t>jorge navarro is quite the trainer isn't he ? his horses can flat out run</a:t>
            </a:r>
            <a:endParaRPr lang="en-IL" sz="1400" dirty="0"/>
          </a:p>
          <a:p>
            <a:pPr lvl="0"/>
            <a:r>
              <a:rPr lang="en-IL" sz="1400" b="1" dirty="0"/>
              <a:t>Output:</a:t>
            </a:r>
            <a:br>
              <a:rPr lang="en-IL" sz="1400" b="1" dirty="0"/>
            </a:br>
            <a:r>
              <a:rPr lang="en-IL" sz="1400" b="1" dirty="0"/>
              <a:t>jorge navarro is quite the trainer isn't he ? his horses cant make moves</a:t>
            </a:r>
            <a:endParaRPr lang="en-IL" sz="1400" dirty="0"/>
          </a:p>
          <a:p>
            <a:pPr lvl="0"/>
            <a:r>
              <a:rPr lang="en-IL" sz="1400" b="1" dirty="0"/>
              <a:t>Tweet: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069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0684-758A-1B40-15F8-AD6ABCFA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1F2F-AB3E-2689-4CDC-3A11F9ACE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Alt-Test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0682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849A-EEB3-240F-C1B9-60289690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the Alt-test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F47D-283D-16C1-DADA-91E59116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L" dirty="0"/>
              <a:t>For the ALT testing, we randomly selected </a:t>
            </a:r>
            <a:r>
              <a:rPr lang="en-IL" b="1" dirty="0"/>
              <a:t>70 translations</a:t>
            </a:r>
            <a:r>
              <a:rPr lang="en-IL" dirty="0"/>
              <a:t> from the outputs of </a:t>
            </a:r>
            <a:r>
              <a:rPr lang="en-IL"/>
              <a:t>all prompts</a:t>
            </a:r>
            <a:r>
              <a:rPr lang="en-IL" dirty="0"/>
              <a:t>.</a:t>
            </a:r>
          </a:p>
          <a:p>
            <a:r>
              <a:rPr lang="en-IL" dirty="0"/>
              <a:t>The selected translations were evaluated by </a:t>
            </a:r>
            <a:r>
              <a:rPr lang="en-IL" b="1" dirty="0"/>
              <a:t>three human annotators</a:t>
            </a:r>
            <a:r>
              <a:rPr lang="en-IL" dirty="0"/>
              <a:t>.</a:t>
            </a:r>
          </a:p>
          <a:p>
            <a:r>
              <a:rPr lang="en-IL" b="1" dirty="0"/>
              <a:t>LLM evaluation dataset:</a:t>
            </a:r>
            <a:r>
              <a:rPr lang="en-IL" dirty="0"/>
              <a:t> 210 annotations (70 translations × 3 LLM evaluations)</a:t>
            </a:r>
          </a:p>
          <a:p>
            <a:r>
              <a:rPr lang="en-IL" b="1" dirty="0"/>
              <a:t>Human evaluation dataset:</a:t>
            </a:r>
            <a:r>
              <a:rPr lang="en-IL" dirty="0"/>
              <a:t> </a:t>
            </a:r>
            <a:r>
              <a:rPr lang="en-US" dirty="0"/>
              <a:t>63</a:t>
            </a:r>
            <a:r>
              <a:rPr lang="en-IL" dirty="0"/>
              <a:t>0 annotations (70 translations × 3 LLM × 3 human annotators)</a:t>
            </a:r>
          </a:p>
          <a:p>
            <a:r>
              <a:rPr lang="en-IL" dirty="0"/>
              <a:t>We set </a:t>
            </a:r>
            <a:r>
              <a:rPr lang="en-IL" b="1" dirty="0"/>
              <a:t>ε = 0.2</a:t>
            </a:r>
            <a:r>
              <a:rPr lang="en-IL" dirty="0"/>
              <a:t> because the task involves interpreting sarcasm, which is inherently subjective. Therefore, we allow a greater tolerance for disagreement between annotators and consider a wider range of scores to be acceptable.</a:t>
            </a:r>
            <a:endParaRPr lang="en-US" dirty="0"/>
          </a:p>
          <a:p>
            <a:r>
              <a:rPr lang="en-IL" dirty="0"/>
              <a:t>Since the scores in files are numerical (1.0, 2.0, 3.0), the most appropriate evaluation metric is </a:t>
            </a:r>
            <a:r>
              <a:rPr lang="en-IL" b="1" dirty="0"/>
              <a:t>negative Root Mean Squared Error (</a:t>
            </a:r>
            <a:r>
              <a:rPr lang="en-IL" b="1" dirty="0" err="1"/>
              <a:t>neg_rmse</a:t>
            </a:r>
            <a:r>
              <a:rPr lang="en-IL" b="1" dirty="0"/>
              <a:t>)</a:t>
            </a:r>
            <a:r>
              <a:rPr lang="en-IL" dirty="0"/>
              <a:t>.</a:t>
            </a:r>
          </a:p>
          <a:p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410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EC2E-13FC-A23A-5274-66841743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F361-108D-C494-2E89-96AEFC22B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5259"/>
            <a:ext cx="5418666" cy="53173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L" sz="1600" dirty="0"/>
              <a:t>import </a:t>
            </a:r>
            <a:r>
              <a:rPr lang="en-IL" sz="1600" dirty="0" err="1"/>
              <a:t>json</a:t>
            </a:r>
            <a:br>
              <a:rPr lang="en-IL" sz="1600" dirty="0"/>
            </a:br>
            <a:br>
              <a:rPr lang="en-IL" sz="1600" dirty="0"/>
            </a:br>
            <a:r>
              <a:rPr lang="en-IL" sz="1600" dirty="0"/>
              <a:t># 1. </a:t>
            </a:r>
            <a:r>
              <a:rPr lang="en-IL" sz="1600" dirty="0" err="1"/>
              <a:t>טעינת</a:t>
            </a:r>
            <a:r>
              <a:rPr lang="en-IL" sz="1600" dirty="0"/>
              <a:t> </a:t>
            </a:r>
            <a:r>
              <a:rPr lang="en-IL" sz="1600" dirty="0" err="1"/>
              <a:t>קבצי</a:t>
            </a:r>
            <a:r>
              <a:rPr lang="en-IL" sz="1600" dirty="0"/>
              <a:t> ה-JSON </a:t>
            </a:r>
            <a:r>
              <a:rPr lang="en-IL" sz="1600" dirty="0" err="1"/>
              <a:t>שהכנו</a:t>
            </a:r>
            <a:br>
              <a:rPr lang="en-IL" sz="1600" dirty="0"/>
            </a:br>
            <a:r>
              <a:rPr lang="en-IL" sz="1600" dirty="0"/>
              <a:t>with open('</a:t>
            </a:r>
            <a:r>
              <a:rPr lang="en-IL" sz="1600" dirty="0" err="1"/>
              <a:t>humans_annotations.json</a:t>
            </a:r>
            <a:r>
              <a:rPr lang="en-IL" sz="1600" dirty="0"/>
              <a:t>', 'r', encoding='utf-8') as f:</a:t>
            </a:r>
            <a:br>
              <a:rPr lang="en-IL" sz="1600" dirty="0"/>
            </a:br>
            <a:r>
              <a:rPr lang="en-IL" sz="1600" dirty="0"/>
              <a:t>    </a:t>
            </a:r>
            <a:r>
              <a:rPr lang="en-IL" sz="1600" dirty="0" err="1"/>
              <a:t>humans_data</a:t>
            </a:r>
            <a:r>
              <a:rPr lang="en-IL" sz="1600" dirty="0"/>
              <a:t> = </a:t>
            </a:r>
            <a:r>
              <a:rPr lang="en-IL" sz="1600" dirty="0" err="1"/>
              <a:t>json.load</a:t>
            </a:r>
            <a:r>
              <a:rPr lang="en-IL" sz="1600" dirty="0"/>
              <a:t>(f)</a:t>
            </a:r>
            <a:br>
              <a:rPr lang="en-IL" sz="1600" dirty="0"/>
            </a:br>
            <a:br>
              <a:rPr lang="en-IL" sz="1600" dirty="0"/>
            </a:br>
            <a:r>
              <a:rPr lang="en-IL" sz="1600" dirty="0"/>
              <a:t>with open('</a:t>
            </a:r>
            <a:r>
              <a:rPr lang="en-IL" sz="1600" dirty="0" err="1"/>
              <a:t>llm_annotations.json</a:t>
            </a:r>
            <a:r>
              <a:rPr lang="en-IL" sz="1600" dirty="0"/>
              <a:t>', 'r', encoding='utf-8') as f:</a:t>
            </a:r>
            <a:br>
              <a:rPr lang="en-IL" sz="1600" dirty="0"/>
            </a:br>
            <a:r>
              <a:rPr lang="en-IL" sz="1600" dirty="0"/>
              <a:t>    </a:t>
            </a:r>
            <a:r>
              <a:rPr lang="en-IL" sz="1600" dirty="0" err="1"/>
              <a:t>llm_data</a:t>
            </a:r>
            <a:r>
              <a:rPr lang="en-IL" sz="1600" dirty="0"/>
              <a:t> = </a:t>
            </a:r>
            <a:r>
              <a:rPr lang="en-IL" sz="1600" dirty="0" err="1"/>
              <a:t>json.load</a:t>
            </a:r>
            <a:r>
              <a:rPr lang="en-IL" sz="1600" dirty="0"/>
              <a:t>(f)</a:t>
            </a:r>
            <a:br>
              <a:rPr lang="en-IL" sz="1600" dirty="0"/>
            </a:br>
            <a:br>
              <a:rPr lang="en-IL" sz="1600" dirty="0"/>
            </a:br>
            <a:r>
              <a:rPr lang="en-IL" sz="1600" dirty="0"/>
              <a:t># 2. </a:t>
            </a:r>
            <a:r>
              <a:rPr lang="en-IL" sz="1600" dirty="0" err="1"/>
              <a:t>הגדרת</a:t>
            </a:r>
            <a:r>
              <a:rPr lang="en-IL" sz="1600" dirty="0"/>
              <a:t> </a:t>
            </a:r>
            <a:r>
              <a:rPr lang="en-IL" sz="1600" dirty="0" err="1"/>
              <a:t>הפרמטרים</a:t>
            </a:r>
            <a:r>
              <a:rPr lang="en-IL" sz="1600" dirty="0"/>
              <a:t> </a:t>
            </a:r>
            <a:r>
              <a:rPr lang="en-IL" sz="1600" dirty="0" err="1"/>
              <a:t>לאלגוריתם</a:t>
            </a:r>
            <a:br>
              <a:rPr lang="en-IL" sz="1600" dirty="0"/>
            </a:br>
            <a:r>
              <a:rPr lang="en-IL" sz="1600" dirty="0" err="1"/>
              <a:t>scoring_metric</a:t>
            </a:r>
            <a:r>
              <a:rPr lang="en-IL" sz="1600" dirty="0"/>
              <a:t> = '</a:t>
            </a:r>
            <a:r>
              <a:rPr lang="en-IL" sz="1600" dirty="0" err="1"/>
              <a:t>neg_rmse</a:t>
            </a:r>
            <a:r>
              <a:rPr lang="en-IL" sz="1600" dirty="0"/>
              <a:t>' </a:t>
            </a:r>
            <a:br>
              <a:rPr lang="en-IL" sz="1600" dirty="0"/>
            </a:br>
            <a:r>
              <a:rPr lang="en-IL" sz="1600" dirty="0" err="1"/>
              <a:t>epsilon_value</a:t>
            </a:r>
            <a:r>
              <a:rPr lang="en-IL" sz="1600" dirty="0"/>
              <a:t> = 0.2       </a:t>
            </a:r>
            <a:br>
              <a:rPr lang="en-IL" sz="1600" dirty="0"/>
            </a:br>
            <a:br>
              <a:rPr lang="en-IL" sz="1600" dirty="0"/>
            </a:br>
            <a:r>
              <a:rPr lang="en-IL" sz="1600" dirty="0"/>
              <a:t># 3. הרצת ה-Alt-Test</a:t>
            </a:r>
            <a:br>
              <a:rPr lang="en-IL" sz="1600" dirty="0"/>
            </a:br>
            <a:r>
              <a:rPr lang="en-IL" sz="1600" dirty="0"/>
              <a:t># שים לב: אם יש לך מעט משפטים לכל אדם, ייתכן שתצטרכי להנמיך את min_instances_per_human (ברירת המחדל היא 30)</a:t>
            </a:r>
            <a:br>
              <a:rPr lang="en-IL" sz="1600" dirty="0"/>
            </a:br>
            <a:r>
              <a:rPr lang="en-IL" sz="1600" dirty="0"/>
              <a:t>winning_rate, advantage_prob = alt_test(</a:t>
            </a:r>
            <a:br>
              <a:rPr lang="en-IL" sz="1600" dirty="0"/>
            </a:br>
            <a:r>
              <a:rPr lang="en-IL" sz="1600" dirty="0"/>
              <a:t>    llm_annotations=llm_data,</a:t>
            </a:r>
            <a:br>
              <a:rPr lang="en-IL" sz="1600" dirty="0"/>
            </a:br>
            <a:r>
              <a:rPr lang="en-IL" sz="1600" dirty="0"/>
              <a:t>    humans_annotations=humans_data,</a:t>
            </a:r>
            <a:br>
              <a:rPr lang="en-IL" sz="1600" dirty="0"/>
            </a:br>
            <a:r>
              <a:rPr lang="en-IL" sz="1600" dirty="0"/>
              <a:t>    scoring_function=scoring_metric,</a:t>
            </a:r>
            <a:br>
              <a:rPr lang="en-IL" sz="1600" dirty="0"/>
            </a:br>
            <a:r>
              <a:rPr lang="en-IL" sz="1600" dirty="0"/>
              <a:t>    epsilon=epsilon_value,</a:t>
            </a:r>
            <a:br>
              <a:rPr lang="en-IL" sz="1600" dirty="0"/>
            </a:br>
            <a:r>
              <a:rPr lang="en-IL" sz="1600" dirty="0"/>
              <a:t>    min_instances_per_human=50   </a:t>
            </a:r>
            <a:br>
              <a:rPr lang="en-IL" sz="1600" dirty="0"/>
            </a:br>
            <a:r>
              <a:rPr lang="en-IL" sz="1600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50BFBF-F077-D7AC-CFAF-2D55FD321837}"/>
              </a:ext>
            </a:extLst>
          </p:cNvPr>
          <p:cNvSpPr txBox="1">
            <a:spLocks/>
          </p:cNvSpPr>
          <p:nvPr/>
        </p:nvSpPr>
        <p:spPr>
          <a:xfrm>
            <a:off x="6274340" y="1375259"/>
            <a:ext cx="5240326" cy="5305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IL" sz="1500" dirty="0"/>
              <a:t># 4. הדפסת התוצאות המיוחלות</a:t>
            </a:r>
            <a:br>
              <a:rPr lang="en-IL" sz="1500" dirty="0"/>
            </a:br>
            <a:r>
              <a:rPr lang="en-IL" sz="1500" dirty="0"/>
              <a:t>print("-" * 40)</a:t>
            </a:r>
            <a:br>
              <a:rPr lang="en-IL" sz="1500" dirty="0"/>
            </a:br>
            <a:r>
              <a:rPr lang="en-IL" sz="1500" dirty="0"/>
              <a:t>print(f" תוצאות ה-Alt-Test:")</a:t>
            </a:r>
            <a:br>
              <a:rPr lang="en-IL" sz="1500" dirty="0"/>
            </a:br>
            <a:r>
              <a:rPr lang="en-IL" sz="1500" dirty="0"/>
              <a:t>print(f"Winning Rate: {winning_rate:.2f}")</a:t>
            </a:r>
            <a:br>
              <a:rPr lang="en-IL" sz="1500" dirty="0"/>
            </a:br>
            <a:r>
              <a:rPr lang="en-IL" sz="1500" dirty="0"/>
              <a:t>print(f"Advantage Probability: {advantage_prob:.2f}")</a:t>
            </a:r>
            <a:br>
              <a:rPr lang="en-IL" sz="1500" dirty="0"/>
            </a:br>
            <a:r>
              <a:rPr lang="en-IL" sz="1500" dirty="0"/>
              <a:t>print("-" * 40)</a:t>
            </a:r>
            <a:br>
              <a:rPr lang="en-IL" sz="1500" dirty="0"/>
            </a:br>
            <a:br>
              <a:rPr lang="en-IL" sz="1500" dirty="0"/>
            </a:br>
            <a:r>
              <a:rPr lang="en-IL" sz="1500" dirty="0"/>
              <a:t>if winning_rate &gt;= 0.5:</a:t>
            </a:r>
            <a:br>
              <a:rPr lang="en-IL" sz="1500" dirty="0"/>
            </a:br>
            <a:r>
              <a:rPr lang="en-IL" sz="1500" dirty="0"/>
              <a:t>    print(" המודל עבר בהצלחה! (Passed) - ניתן להחליף את בני האדם ב-LLM במשימה זו.")</a:t>
            </a:r>
            <a:br>
              <a:rPr lang="en-IL" sz="1500" dirty="0"/>
            </a:br>
            <a:r>
              <a:rPr lang="en-IL" sz="1500" dirty="0"/>
              <a:t>else:</a:t>
            </a:r>
            <a:br>
              <a:rPr lang="en-IL" sz="1500" dirty="0"/>
            </a:br>
            <a:r>
              <a:rPr lang="en-IL" sz="1500" dirty="0"/>
              <a:t>    print(" המודל נכשל (Failed) - ה-LLM עדיין לא ברמה מספקת כדי להחליף את בני האדם.")</a:t>
            </a:r>
          </a:p>
          <a:p>
            <a:pPr marL="0" indent="0">
              <a:buFont typeface="Wingdings 3" charset="2"/>
              <a:buNone/>
            </a:pPr>
            <a:endParaRPr lang="en-IL" sz="1500" dirty="0"/>
          </a:p>
        </p:txBody>
      </p:sp>
    </p:spTree>
    <p:extLst>
      <p:ext uri="{BB962C8B-B14F-4D97-AF65-F5344CB8AC3E}">
        <p14:creationId xmlns:p14="http://schemas.microsoft.com/office/powerpoint/2010/main" val="285070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382B-0B44-D923-7184-8A16BC63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7B11-7564-828C-B582-0D78F33C0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Dropped 3 instances with less than 2 annotators.</a:t>
            </a:r>
          </a:p>
          <a:p>
            <a:pPr marL="0" indent="0">
              <a:buNone/>
            </a:pPr>
            <a:r>
              <a:rPr lang="en-US" dirty="0"/>
              <a:t>----------------------------------------</a:t>
            </a:r>
          </a:p>
          <a:p>
            <a:pPr marL="0" indent="0">
              <a:buNone/>
            </a:pPr>
            <a:r>
              <a:rPr lang="en-US" dirty="0"/>
              <a:t>Alt-Test</a:t>
            </a:r>
            <a:r>
              <a:rPr lang="he-IL" dirty="0"/>
              <a:t> </a:t>
            </a:r>
            <a:r>
              <a:rPr lang="en-US" dirty="0"/>
              <a:t>R</a:t>
            </a:r>
            <a:r>
              <a:rPr lang="he-IL" dirty="0" err="1"/>
              <a:t>esults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Winning Rate: 0.67</a:t>
            </a:r>
          </a:p>
          <a:p>
            <a:pPr marL="0" indent="0">
              <a:buNone/>
            </a:pPr>
            <a:r>
              <a:rPr lang="en-US" dirty="0"/>
              <a:t>Advantage Probability: 0.77</a:t>
            </a:r>
          </a:p>
          <a:p>
            <a:pPr marL="0" indent="0">
              <a:buNone/>
            </a:pPr>
            <a:r>
              <a:rPr lang="en-US" dirty="0"/>
              <a:t>----------------------------------------</a:t>
            </a:r>
          </a:p>
          <a:p>
            <a:pPr marL="0" indent="0">
              <a:buNone/>
            </a:pPr>
            <a:r>
              <a:rPr lang="en-US" dirty="0"/>
              <a:t>LLM</a:t>
            </a:r>
            <a:r>
              <a:rPr lang="he-IL" dirty="0"/>
              <a:t> במשימה זו ניתן להחליף את בני האדם ב-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481511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504</TotalTime>
  <Words>966</Words>
  <Application>Microsoft Macintosh PowerPoint</Application>
  <PresentationFormat>Widescreen</PresentationFormat>
  <Paragraphs>53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 3</vt:lpstr>
      <vt:lpstr>Facet</vt:lpstr>
      <vt:lpstr>Meeting 3: Sarcasm SIGN</vt:lpstr>
      <vt:lpstr>Summary of previous meeting</vt:lpstr>
      <vt:lpstr>prompt sensitivity</vt:lpstr>
      <vt:lpstr>PowerPoint Presentation</vt:lpstr>
      <vt:lpstr>Alt-Test</vt:lpstr>
      <vt:lpstr>Data for the Alt-test</vt:lpstr>
      <vt:lpstr>Code 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Torgovezky</dc:creator>
  <cp:lastModifiedBy>Aya Grabarsky</cp:lastModifiedBy>
  <cp:revision>12</cp:revision>
  <dcterms:created xsi:type="dcterms:W3CDTF">2026-05-22T16:51:44Z</dcterms:created>
  <dcterms:modified xsi:type="dcterms:W3CDTF">2026-07-09T05:48:47Z</dcterms:modified>
</cp:coreProperties>
</file>